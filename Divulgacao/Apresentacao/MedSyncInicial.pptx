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21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6" name="Google Shape;10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0000" y="1353373"/>
            <a:ext cx="3852000" cy="17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87500" y="3143173"/>
            <a:ext cx="2517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720975" y="4605250"/>
            <a:ext cx="8430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5864475" y="1636825"/>
            <a:ext cx="25596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5864475" y="2571750"/>
            <a:ext cx="25596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7" name="Google Shape;17;p4"/>
          <p:cNvCxnSpPr/>
          <p:nvPr/>
        </p:nvCxnSpPr>
        <p:spPr>
          <a:xfrm>
            <a:off x="0" y="540000"/>
            <a:ext cx="198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4"/>
          <p:cNvCxnSpPr/>
          <p:nvPr/>
        </p:nvCxnSpPr>
        <p:spPr>
          <a:xfrm>
            <a:off x="7286625" y="4603500"/>
            <a:ext cx="255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" name="Google Shape;19;p4"/>
          <p:cNvGrpSpPr/>
          <p:nvPr/>
        </p:nvGrpSpPr>
        <p:grpSpPr>
          <a:xfrm flipH="1" rot="558892">
            <a:off x="7794036" y="604785"/>
            <a:ext cx="296481" cy="259217"/>
            <a:chOff x="3948000" y="3024575"/>
            <a:chExt cx="145950" cy="127600"/>
          </a:xfrm>
        </p:grpSpPr>
        <p:sp>
          <p:nvSpPr>
            <p:cNvPr id="20" name="Google Shape;20;p4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4"/>
          <p:cNvGrpSpPr/>
          <p:nvPr/>
        </p:nvGrpSpPr>
        <p:grpSpPr>
          <a:xfrm flipH="1" rot="558892">
            <a:off x="8547196" y="654190"/>
            <a:ext cx="421868" cy="427323"/>
            <a:chOff x="3510175" y="2983025"/>
            <a:chExt cx="207675" cy="210350"/>
          </a:xfrm>
        </p:grpSpPr>
        <p:sp>
          <p:nvSpPr>
            <p:cNvPr id="23" name="Google Shape;23;p4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4"/>
          <p:cNvGrpSpPr/>
          <p:nvPr/>
        </p:nvGrpSpPr>
        <p:grpSpPr>
          <a:xfrm flipH="1" rot="558892">
            <a:off x="7846065" y="185682"/>
            <a:ext cx="503174" cy="325495"/>
            <a:chOff x="4289900" y="2977375"/>
            <a:chExt cx="247700" cy="160225"/>
          </a:xfrm>
        </p:grpSpPr>
        <p:sp>
          <p:nvSpPr>
            <p:cNvPr id="26" name="Google Shape;26;p4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290025" y="3654850"/>
            <a:ext cx="4563900" cy="53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458125" y="1726725"/>
            <a:ext cx="6227700" cy="16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402779" y="181897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" name="Google Shape;33;p6"/>
          <p:cNvSpPr txBox="1"/>
          <p:nvPr>
            <p:ph idx="2" type="title"/>
          </p:nvPr>
        </p:nvSpPr>
        <p:spPr>
          <a:xfrm>
            <a:off x="3402779" y="12258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402779" y="2329300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title"/>
          </p:nvPr>
        </p:nvSpPr>
        <p:spPr>
          <a:xfrm>
            <a:off x="6086579" y="181897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6086579" y="12258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6"/>
          <p:cNvSpPr txBox="1"/>
          <p:nvPr>
            <p:ph idx="5" type="subTitle"/>
          </p:nvPr>
        </p:nvSpPr>
        <p:spPr>
          <a:xfrm>
            <a:off x="6086579" y="2329300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6" type="title"/>
          </p:nvPr>
        </p:nvSpPr>
        <p:spPr>
          <a:xfrm>
            <a:off x="3402779" y="360837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" name="Google Shape;39;p6"/>
          <p:cNvSpPr txBox="1"/>
          <p:nvPr>
            <p:ph idx="7" type="title"/>
          </p:nvPr>
        </p:nvSpPr>
        <p:spPr>
          <a:xfrm>
            <a:off x="3402779" y="30152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6"/>
          <p:cNvSpPr txBox="1"/>
          <p:nvPr>
            <p:ph idx="8" type="subTitle"/>
          </p:nvPr>
        </p:nvSpPr>
        <p:spPr>
          <a:xfrm>
            <a:off x="3402779" y="4118700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9" type="title"/>
          </p:nvPr>
        </p:nvSpPr>
        <p:spPr>
          <a:xfrm>
            <a:off x="6086579" y="360837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" name="Google Shape;42;p6"/>
          <p:cNvSpPr txBox="1"/>
          <p:nvPr>
            <p:ph idx="13" type="title"/>
          </p:nvPr>
        </p:nvSpPr>
        <p:spPr>
          <a:xfrm>
            <a:off x="6086579" y="30152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" name="Google Shape;43;p6"/>
          <p:cNvSpPr txBox="1"/>
          <p:nvPr>
            <p:ph idx="14" type="subTitle"/>
          </p:nvPr>
        </p:nvSpPr>
        <p:spPr>
          <a:xfrm>
            <a:off x="6086579" y="4118700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5" type="title"/>
          </p:nvPr>
        </p:nvSpPr>
        <p:spPr>
          <a:xfrm>
            <a:off x="3402775" y="542750"/>
            <a:ext cx="502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5" name="Google Shape;45;p6"/>
          <p:cNvGrpSpPr/>
          <p:nvPr/>
        </p:nvGrpSpPr>
        <p:grpSpPr>
          <a:xfrm flipH="1" rot="1739513">
            <a:off x="8168563" y="616320"/>
            <a:ext cx="384594" cy="336240"/>
            <a:chOff x="3948000" y="3024575"/>
            <a:chExt cx="145950" cy="127600"/>
          </a:xfrm>
        </p:grpSpPr>
        <p:sp>
          <p:nvSpPr>
            <p:cNvPr id="46" name="Google Shape;46;p6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6"/>
          <p:cNvGrpSpPr/>
          <p:nvPr/>
        </p:nvGrpSpPr>
        <p:grpSpPr>
          <a:xfrm rot="7683262">
            <a:off x="8521061" y="313800"/>
            <a:ext cx="254746" cy="228257"/>
            <a:chOff x="5918300" y="4988050"/>
            <a:chExt cx="256875" cy="230150"/>
          </a:xfrm>
        </p:grpSpPr>
        <p:sp>
          <p:nvSpPr>
            <p:cNvPr id="49" name="Google Shape;49;p6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2" type="title"/>
          </p:nvPr>
        </p:nvSpPr>
        <p:spPr>
          <a:xfrm>
            <a:off x="720000" y="291996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7"/>
          <p:cNvSpPr txBox="1"/>
          <p:nvPr>
            <p:ph idx="1" type="subTitle"/>
          </p:nvPr>
        </p:nvSpPr>
        <p:spPr>
          <a:xfrm>
            <a:off x="720000" y="350648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title"/>
          </p:nvPr>
        </p:nvSpPr>
        <p:spPr>
          <a:xfrm>
            <a:off x="3403800" y="352956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7"/>
          <p:cNvSpPr txBox="1"/>
          <p:nvPr>
            <p:ph idx="4" type="subTitle"/>
          </p:nvPr>
        </p:nvSpPr>
        <p:spPr>
          <a:xfrm>
            <a:off x="3403800" y="411608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5" type="title"/>
          </p:nvPr>
        </p:nvSpPr>
        <p:spPr>
          <a:xfrm>
            <a:off x="6087600" y="291996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7"/>
          <p:cNvSpPr txBox="1"/>
          <p:nvPr>
            <p:ph idx="6" type="subTitle"/>
          </p:nvPr>
        </p:nvSpPr>
        <p:spPr>
          <a:xfrm>
            <a:off x="6087600" y="350648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 rot="2700000">
            <a:off x="8043278" y="320873"/>
            <a:ext cx="762004" cy="754959"/>
            <a:chOff x="7928941" y="159097"/>
            <a:chExt cx="677333" cy="671070"/>
          </a:xfrm>
        </p:grpSpPr>
        <p:grpSp>
          <p:nvGrpSpPr>
            <p:cNvPr id="61" name="Google Shape;61;p8"/>
            <p:cNvGrpSpPr/>
            <p:nvPr/>
          </p:nvGrpSpPr>
          <p:grpSpPr>
            <a:xfrm flipH="1" rot="1739513">
              <a:off x="7967974" y="552406"/>
              <a:ext cx="261586" cy="228697"/>
              <a:chOff x="3948000" y="3024575"/>
              <a:chExt cx="145950" cy="127600"/>
            </a:xfrm>
          </p:grpSpPr>
          <p:sp>
            <p:nvSpPr>
              <p:cNvPr id="62" name="Google Shape;62;p8"/>
              <p:cNvSpPr/>
              <p:nvPr/>
            </p:nvSpPr>
            <p:spPr>
              <a:xfrm>
                <a:off x="3948000" y="3053450"/>
                <a:ext cx="126775" cy="98725"/>
              </a:xfrm>
              <a:custGeom>
                <a:rect b="b" l="l" r="r" t="t"/>
                <a:pathLst>
                  <a:path extrusionOk="0" h="3949" w="5071">
                    <a:moveTo>
                      <a:pt x="767" y="1"/>
                    </a:moveTo>
                    <a:lnTo>
                      <a:pt x="767" y="1"/>
                    </a:lnTo>
                    <a:cubicBezTo>
                      <a:pt x="0" y="1202"/>
                      <a:pt x="334" y="2770"/>
                      <a:pt x="1535" y="3537"/>
                    </a:cubicBezTo>
                    <a:cubicBezTo>
                      <a:pt x="1958" y="3815"/>
                      <a:pt x="2438" y="3948"/>
                      <a:pt x="2914" y="3948"/>
                    </a:cubicBezTo>
                    <a:cubicBezTo>
                      <a:pt x="3753" y="3948"/>
                      <a:pt x="4581" y="3535"/>
                      <a:pt x="5070" y="2770"/>
                    </a:cubicBez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8"/>
              <p:cNvSpPr/>
              <p:nvPr/>
            </p:nvSpPr>
            <p:spPr>
              <a:xfrm>
                <a:off x="3967175" y="3024575"/>
                <a:ext cx="126775" cy="98125"/>
              </a:xfrm>
              <a:custGeom>
                <a:rect b="b" l="l" r="r" t="t"/>
                <a:pathLst>
                  <a:path extrusionOk="0" h="3925" w="5071">
                    <a:moveTo>
                      <a:pt x="2160" y="0"/>
                    </a:moveTo>
                    <a:cubicBezTo>
                      <a:pt x="1316" y="0"/>
                      <a:pt x="493" y="406"/>
                      <a:pt x="0" y="1156"/>
                    </a:cubicBezTo>
                    <a:lnTo>
                      <a:pt x="4303" y="3925"/>
                    </a:lnTo>
                    <a:cubicBezTo>
                      <a:pt x="5071" y="2757"/>
                      <a:pt x="4704" y="1156"/>
                      <a:pt x="3536" y="389"/>
                    </a:cubicBezTo>
                    <a:cubicBezTo>
                      <a:pt x="3107" y="126"/>
                      <a:pt x="2630" y="0"/>
                      <a:pt x="2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8"/>
            <p:cNvGrpSpPr/>
            <p:nvPr/>
          </p:nvGrpSpPr>
          <p:grpSpPr>
            <a:xfrm flipH="1" rot="1739513">
              <a:off x="8120544" y="248693"/>
              <a:ext cx="443952" cy="287171"/>
              <a:chOff x="4289900" y="2977375"/>
              <a:chExt cx="247700" cy="160225"/>
            </a:xfrm>
          </p:grpSpPr>
          <p:sp>
            <p:nvSpPr>
              <p:cNvPr id="65" name="Google Shape;65;p8"/>
              <p:cNvSpPr/>
              <p:nvPr/>
            </p:nvSpPr>
            <p:spPr>
              <a:xfrm>
                <a:off x="4394150" y="3015100"/>
                <a:ext cx="143450" cy="122500"/>
              </a:xfrm>
              <a:custGeom>
                <a:rect b="b" l="l" r="r" t="t"/>
                <a:pathLst>
                  <a:path extrusionOk="0" h="4900" w="5738">
                    <a:moveTo>
                      <a:pt x="1601" y="1"/>
                    </a:moveTo>
                    <a:lnTo>
                      <a:pt x="0" y="3370"/>
                    </a:lnTo>
                    <a:lnTo>
                      <a:pt x="2802" y="4704"/>
                    </a:lnTo>
                    <a:cubicBezTo>
                      <a:pt x="3068" y="4837"/>
                      <a:pt x="3351" y="4900"/>
                      <a:pt x="3628" y="4900"/>
                    </a:cubicBezTo>
                    <a:cubicBezTo>
                      <a:pt x="4325" y="4900"/>
                      <a:pt x="4994" y="4505"/>
                      <a:pt x="5304" y="3837"/>
                    </a:cubicBezTo>
                    <a:cubicBezTo>
                      <a:pt x="5738" y="2903"/>
                      <a:pt x="5337" y="1802"/>
                      <a:pt x="4403" y="1335"/>
                    </a:cubicBezTo>
                    <a:lnTo>
                      <a:pt x="160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8"/>
              <p:cNvSpPr/>
              <p:nvPr/>
            </p:nvSpPr>
            <p:spPr>
              <a:xfrm>
                <a:off x="4289900" y="2977375"/>
                <a:ext cx="144300" cy="121975"/>
              </a:xfrm>
              <a:custGeom>
                <a:rect b="b" l="l" r="r" t="t"/>
                <a:pathLst>
                  <a:path extrusionOk="0" h="4879" w="5772">
                    <a:moveTo>
                      <a:pt x="2149" y="0"/>
                    </a:moveTo>
                    <a:cubicBezTo>
                      <a:pt x="1450" y="0"/>
                      <a:pt x="783" y="397"/>
                      <a:pt x="468" y="1076"/>
                    </a:cubicBezTo>
                    <a:cubicBezTo>
                      <a:pt x="1" y="1977"/>
                      <a:pt x="401" y="3111"/>
                      <a:pt x="1335" y="3544"/>
                    </a:cubicBezTo>
                    <a:lnTo>
                      <a:pt x="4170" y="4879"/>
                    </a:lnTo>
                    <a:lnTo>
                      <a:pt x="5771" y="1510"/>
                    </a:lnTo>
                    <a:lnTo>
                      <a:pt x="2936" y="175"/>
                    </a:lnTo>
                    <a:cubicBezTo>
                      <a:pt x="2681" y="57"/>
                      <a:pt x="2413" y="0"/>
                      <a:pt x="21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" name="Google Shape;67;p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2" type="title"/>
          </p:nvPr>
        </p:nvSpPr>
        <p:spPr>
          <a:xfrm>
            <a:off x="720000" y="383062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" name="Google Shape;69;p8"/>
          <p:cNvSpPr txBox="1"/>
          <p:nvPr>
            <p:ph idx="1" type="subTitle"/>
          </p:nvPr>
        </p:nvSpPr>
        <p:spPr>
          <a:xfrm>
            <a:off x="720000" y="2800350"/>
            <a:ext cx="18354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3" type="title"/>
          </p:nvPr>
        </p:nvSpPr>
        <p:spPr>
          <a:xfrm>
            <a:off x="4632667" y="383062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" name="Google Shape;71;p8"/>
          <p:cNvSpPr txBox="1"/>
          <p:nvPr>
            <p:ph idx="4" type="subTitle"/>
          </p:nvPr>
        </p:nvSpPr>
        <p:spPr>
          <a:xfrm>
            <a:off x="4632667" y="2800350"/>
            <a:ext cx="18354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5" type="title"/>
          </p:nvPr>
        </p:nvSpPr>
        <p:spPr>
          <a:xfrm>
            <a:off x="2676333" y="383062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" name="Google Shape;73;p8"/>
          <p:cNvSpPr txBox="1"/>
          <p:nvPr>
            <p:ph idx="6" type="subTitle"/>
          </p:nvPr>
        </p:nvSpPr>
        <p:spPr>
          <a:xfrm>
            <a:off x="2676333" y="2800350"/>
            <a:ext cx="18354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7" type="title"/>
          </p:nvPr>
        </p:nvSpPr>
        <p:spPr>
          <a:xfrm>
            <a:off x="6589000" y="383062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8"/>
          <p:cNvSpPr txBox="1"/>
          <p:nvPr>
            <p:ph idx="8" type="subTitle"/>
          </p:nvPr>
        </p:nvSpPr>
        <p:spPr>
          <a:xfrm>
            <a:off x="6589000" y="2800350"/>
            <a:ext cx="18354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8"/>
          <p:cNvGrpSpPr/>
          <p:nvPr/>
        </p:nvGrpSpPr>
        <p:grpSpPr>
          <a:xfrm flipH="1" rot="10800000">
            <a:off x="514281" y="459153"/>
            <a:ext cx="303430" cy="274410"/>
            <a:chOff x="2965375" y="2808075"/>
            <a:chExt cx="147425" cy="133325"/>
          </a:xfrm>
        </p:grpSpPr>
        <p:sp>
          <p:nvSpPr>
            <p:cNvPr id="77" name="Google Shape;77;p8"/>
            <p:cNvSpPr/>
            <p:nvPr/>
          </p:nvSpPr>
          <p:spPr>
            <a:xfrm>
              <a:off x="2965375" y="2808075"/>
              <a:ext cx="147425" cy="133325"/>
            </a:xfrm>
            <a:custGeom>
              <a:rect b="b" l="l" r="r" t="t"/>
              <a:pathLst>
                <a:path extrusionOk="0" h="5333" w="5897">
                  <a:moveTo>
                    <a:pt x="2961" y="0"/>
                  </a:moveTo>
                  <a:cubicBezTo>
                    <a:pt x="2301" y="0"/>
                    <a:pt x="1641" y="244"/>
                    <a:pt x="1125" y="730"/>
                  </a:cubicBezTo>
                  <a:cubicBezTo>
                    <a:pt x="61" y="1764"/>
                    <a:pt x="0" y="3435"/>
                    <a:pt x="1034" y="4499"/>
                  </a:cubicBezTo>
                  <a:cubicBezTo>
                    <a:pt x="1553" y="5051"/>
                    <a:pt x="2261" y="5332"/>
                    <a:pt x="2970" y="5332"/>
                  </a:cubicBezTo>
                  <a:cubicBezTo>
                    <a:pt x="3629" y="5332"/>
                    <a:pt x="4290" y="5089"/>
                    <a:pt x="4803" y="4591"/>
                  </a:cubicBezTo>
                  <a:cubicBezTo>
                    <a:pt x="5867" y="3587"/>
                    <a:pt x="5897" y="1885"/>
                    <a:pt x="4894" y="821"/>
                  </a:cubicBezTo>
                  <a:cubicBezTo>
                    <a:pt x="4362" y="274"/>
                    <a:pt x="3661" y="0"/>
                    <a:pt x="2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2998800" y="2834100"/>
              <a:ext cx="76775" cy="80000"/>
            </a:xfrm>
            <a:custGeom>
              <a:rect b="b" l="l" r="r" t="t"/>
              <a:pathLst>
                <a:path extrusionOk="0" h="3200" w="3071">
                  <a:moveTo>
                    <a:pt x="122" y="1"/>
                  </a:moveTo>
                  <a:cubicBezTo>
                    <a:pt x="92" y="1"/>
                    <a:pt x="61" y="8"/>
                    <a:pt x="31" y="24"/>
                  </a:cubicBezTo>
                  <a:cubicBezTo>
                    <a:pt x="1" y="84"/>
                    <a:pt x="1" y="145"/>
                    <a:pt x="31" y="206"/>
                  </a:cubicBezTo>
                  <a:lnTo>
                    <a:pt x="2858" y="3154"/>
                  </a:lnTo>
                  <a:cubicBezTo>
                    <a:pt x="2888" y="3185"/>
                    <a:pt x="2919" y="3200"/>
                    <a:pt x="2949" y="3200"/>
                  </a:cubicBezTo>
                  <a:cubicBezTo>
                    <a:pt x="2979" y="3200"/>
                    <a:pt x="3010" y="3185"/>
                    <a:pt x="3040" y="3154"/>
                  </a:cubicBezTo>
                  <a:cubicBezTo>
                    <a:pt x="3071" y="3124"/>
                    <a:pt x="3071" y="3033"/>
                    <a:pt x="3040" y="3002"/>
                  </a:cubicBezTo>
                  <a:lnTo>
                    <a:pt x="213" y="24"/>
                  </a:lnTo>
                  <a:cubicBezTo>
                    <a:pt x="183" y="8"/>
                    <a:pt x="153" y="1"/>
                    <a:pt x="12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4225200" y="1091900"/>
            <a:ext cx="41988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4225200" y="2035700"/>
            <a:ext cx="3852000" cy="25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cxnSp>
        <p:nvCxnSpPr>
          <p:cNvPr id="82" name="Google Shape;82;p9"/>
          <p:cNvCxnSpPr/>
          <p:nvPr/>
        </p:nvCxnSpPr>
        <p:spPr>
          <a:xfrm>
            <a:off x="3534000" y="542854"/>
            <a:ext cx="566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041531" y="3308350"/>
            <a:ext cx="30582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2558575" y="2178575"/>
            <a:ext cx="40311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6" name="Google Shape;86;p10"/>
          <p:cNvCxnSpPr/>
          <p:nvPr/>
        </p:nvCxnSpPr>
        <p:spPr>
          <a:xfrm>
            <a:off x="0" y="540000"/>
            <a:ext cx="255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0"/>
          <p:cNvCxnSpPr/>
          <p:nvPr/>
        </p:nvCxnSpPr>
        <p:spPr>
          <a:xfrm>
            <a:off x="7286625" y="4603500"/>
            <a:ext cx="255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" name="Google Shape;88;p10"/>
          <p:cNvGrpSpPr/>
          <p:nvPr/>
        </p:nvGrpSpPr>
        <p:grpSpPr>
          <a:xfrm rot="2283563">
            <a:off x="520725" y="4227794"/>
            <a:ext cx="338804" cy="303555"/>
            <a:chOff x="5918300" y="4988050"/>
            <a:chExt cx="256875" cy="230150"/>
          </a:xfrm>
        </p:grpSpPr>
        <p:sp>
          <p:nvSpPr>
            <p:cNvPr id="89" name="Google Shape;89;p10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0"/>
          <p:cNvGrpSpPr/>
          <p:nvPr/>
        </p:nvGrpSpPr>
        <p:grpSpPr>
          <a:xfrm rot="-1538711">
            <a:off x="1001330" y="4111867"/>
            <a:ext cx="291954" cy="261569"/>
            <a:chOff x="5918300" y="4988050"/>
            <a:chExt cx="256875" cy="230150"/>
          </a:xfrm>
        </p:grpSpPr>
        <p:sp>
          <p:nvSpPr>
            <p:cNvPr id="92" name="Google Shape;92;p10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0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10"/>
          <p:cNvGrpSpPr/>
          <p:nvPr/>
        </p:nvGrpSpPr>
        <p:grpSpPr>
          <a:xfrm rot="2283325">
            <a:off x="383918" y="3770233"/>
            <a:ext cx="393459" cy="344426"/>
            <a:chOff x="5579350" y="4988075"/>
            <a:chExt cx="262600" cy="229875"/>
          </a:xfrm>
        </p:grpSpPr>
        <p:sp>
          <p:nvSpPr>
            <p:cNvPr id="95" name="Google Shape;95;p10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0"/>
          <p:cNvGrpSpPr/>
          <p:nvPr/>
        </p:nvGrpSpPr>
        <p:grpSpPr>
          <a:xfrm flipH="1" rot="1739488">
            <a:off x="7735806" y="685345"/>
            <a:ext cx="317749" cy="277799"/>
            <a:chOff x="3948000" y="3024575"/>
            <a:chExt cx="145950" cy="127600"/>
          </a:xfrm>
        </p:grpSpPr>
        <p:sp>
          <p:nvSpPr>
            <p:cNvPr id="98" name="Google Shape;98;p10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10"/>
          <p:cNvGrpSpPr/>
          <p:nvPr/>
        </p:nvGrpSpPr>
        <p:grpSpPr>
          <a:xfrm flipH="1" rot="1739488">
            <a:off x="7921157" y="316431"/>
            <a:ext cx="539270" cy="348827"/>
            <a:chOff x="4289900" y="2977375"/>
            <a:chExt cx="247700" cy="160225"/>
          </a:xfrm>
        </p:grpSpPr>
        <p:sp>
          <p:nvSpPr>
            <p:cNvPr id="101" name="Google Shape;101;p10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0"/>
          <p:cNvGrpSpPr/>
          <p:nvPr/>
        </p:nvGrpSpPr>
        <p:grpSpPr>
          <a:xfrm flipH="1" rot="1739488">
            <a:off x="8443779" y="1024361"/>
            <a:ext cx="452131" cy="457955"/>
            <a:chOff x="3510175" y="2983025"/>
            <a:chExt cx="207675" cy="210350"/>
          </a:xfrm>
        </p:grpSpPr>
        <p:sp>
          <p:nvSpPr>
            <p:cNvPr id="104" name="Google Shape;104;p10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4876800" y="2359325"/>
            <a:ext cx="35472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" name="Google Shape;108;p11"/>
          <p:cNvSpPr txBox="1"/>
          <p:nvPr>
            <p:ph idx="2" type="title"/>
          </p:nvPr>
        </p:nvSpPr>
        <p:spPr>
          <a:xfrm>
            <a:off x="4876800" y="1477262"/>
            <a:ext cx="3150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>
            <a:off x="4876800" y="3035937"/>
            <a:ext cx="27312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0" name="Google Shape;110;p11"/>
          <p:cNvCxnSpPr/>
          <p:nvPr/>
        </p:nvCxnSpPr>
        <p:spPr>
          <a:xfrm>
            <a:off x="5732425" y="4602050"/>
            <a:ext cx="3371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1" name="Google Shape;111;p11"/>
          <p:cNvCxnSpPr/>
          <p:nvPr/>
        </p:nvCxnSpPr>
        <p:spPr>
          <a:xfrm>
            <a:off x="5732425" y="540000"/>
            <a:ext cx="3371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cxnSp>
        <p:nvCxnSpPr>
          <p:cNvPr id="115" name="Google Shape;115;p12"/>
          <p:cNvCxnSpPr/>
          <p:nvPr/>
        </p:nvCxnSpPr>
        <p:spPr>
          <a:xfrm>
            <a:off x="-246575" y="540012"/>
            <a:ext cx="1887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" name="Google Shape;116;p12"/>
          <p:cNvGrpSpPr/>
          <p:nvPr/>
        </p:nvGrpSpPr>
        <p:grpSpPr>
          <a:xfrm rot="2283378">
            <a:off x="8392612" y="557550"/>
            <a:ext cx="370205" cy="331690"/>
            <a:chOff x="5918300" y="4988050"/>
            <a:chExt cx="256875" cy="230150"/>
          </a:xfrm>
        </p:grpSpPr>
        <p:sp>
          <p:nvSpPr>
            <p:cNvPr id="117" name="Google Shape;117;p12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rgbClr val="5FD1B8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2"/>
          <p:cNvGrpSpPr/>
          <p:nvPr/>
        </p:nvGrpSpPr>
        <p:grpSpPr>
          <a:xfrm rot="2283378">
            <a:off x="8007194" y="259041"/>
            <a:ext cx="378456" cy="331293"/>
            <a:chOff x="5579350" y="4988075"/>
            <a:chExt cx="262600" cy="229875"/>
          </a:xfrm>
        </p:grpSpPr>
        <p:sp>
          <p:nvSpPr>
            <p:cNvPr id="120" name="Google Shape;120;p12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rgbClr val="5FD1B8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" type="subTitle"/>
          </p:nvPr>
        </p:nvSpPr>
        <p:spPr>
          <a:xfrm>
            <a:off x="1300133" y="35267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4955008" y="35267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1300133" y="3108550"/>
            <a:ext cx="2907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4" type="subTitle"/>
          </p:nvPr>
        </p:nvSpPr>
        <p:spPr>
          <a:xfrm>
            <a:off x="4955008" y="3108550"/>
            <a:ext cx="2907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8" name="Google Shape;128;p13"/>
          <p:cNvCxnSpPr/>
          <p:nvPr/>
        </p:nvCxnSpPr>
        <p:spPr>
          <a:xfrm>
            <a:off x="-81900" y="4603504"/>
            <a:ext cx="9296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13"/>
          <p:cNvCxnSpPr/>
          <p:nvPr/>
        </p:nvCxnSpPr>
        <p:spPr>
          <a:xfrm>
            <a:off x="6411750" y="540000"/>
            <a:ext cx="2732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" name="Google Shape;130;p13"/>
          <p:cNvGrpSpPr/>
          <p:nvPr/>
        </p:nvGrpSpPr>
        <p:grpSpPr>
          <a:xfrm rot="-1739513">
            <a:off x="436210" y="1032403"/>
            <a:ext cx="372215" cy="377009"/>
            <a:chOff x="3510175" y="2983025"/>
            <a:chExt cx="207675" cy="210350"/>
          </a:xfrm>
        </p:grpSpPr>
        <p:sp>
          <p:nvSpPr>
            <p:cNvPr id="131" name="Google Shape;131;p13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13"/>
          <p:cNvGrpSpPr/>
          <p:nvPr/>
        </p:nvGrpSpPr>
        <p:grpSpPr>
          <a:xfrm rot="7683240">
            <a:off x="1009912" y="856006"/>
            <a:ext cx="325926" cy="292013"/>
            <a:chOff x="5918300" y="4988050"/>
            <a:chExt cx="256875" cy="230150"/>
          </a:xfrm>
        </p:grpSpPr>
        <p:sp>
          <p:nvSpPr>
            <p:cNvPr id="134" name="Google Shape;134;p13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 rot="-1739513">
            <a:off x="794735" y="449593"/>
            <a:ext cx="443952" cy="287171"/>
            <a:chOff x="4289900" y="2977375"/>
            <a:chExt cx="247700" cy="160225"/>
          </a:xfrm>
        </p:grpSpPr>
        <p:sp>
          <p:nvSpPr>
            <p:cNvPr id="137" name="Google Shape;137;p13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7939537" y="246993"/>
            <a:ext cx="878372" cy="509124"/>
            <a:chOff x="1260175" y="3462925"/>
            <a:chExt cx="257625" cy="149325"/>
          </a:xfrm>
        </p:grpSpPr>
        <p:sp>
          <p:nvSpPr>
            <p:cNvPr id="141" name="Google Shape;141;p14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1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sz="28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48" name="Google Shape;148;p14"/>
          <p:cNvCxnSpPr/>
          <p:nvPr/>
        </p:nvCxnSpPr>
        <p:spPr>
          <a:xfrm>
            <a:off x="-1093500" y="4603504"/>
            <a:ext cx="566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720000" y="1186175"/>
            <a:ext cx="38520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720000" y="2003125"/>
            <a:ext cx="38520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cxnSp>
        <p:nvCxnSpPr>
          <p:cNvPr id="152" name="Google Shape;152;p15"/>
          <p:cNvCxnSpPr/>
          <p:nvPr/>
        </p:nvCxnSpPr>
        <p:spPr>
          <a:xfrm>
            <a:off x="4581725" y="4603504"/>
            <a:ext cx="465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4640400" y="1740000"/>
            <a:ext cx="3783600" cy="16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155" name="Google Shape;155;p16"/>
          <p:cNvCxnSpPr/>
          <p:nvPr/>
        </p:nvCxnSpPr>
        <p:spPr>
          <a:xfrm>
            <a:off x="0" y="4603504"/>
            <a:ext cx="914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6" name="Google Shape;156;p16"/>
          <p:cNvGrpSpPr/>
          <p:nvPr/>
        </p:nvGrpSpPr>
        <p:grpSpPr>
          <a:xfrm rot="-1750862">
            <a:off x="7922274" y="200725"/>
            <a:ext cx="849338" cy="1412165"/>
            <a:chOff x="7928941" y="159097"/>
            <a:chExt cx="730872" cy="1215197"/>
          </a:xfrm>
        </p:grpSpPr>
        <p:grpSp>
          <p:nvGrpSpPr>
            <p:cNvPr id="157" name="Google Shape;157;p16"/>
            <p:cNvGrpSpPr/>
            <p:nvPr/>
          </p:nvGrpSpPr>
          <p:grpSpPr>
            <a:xfrm flipH="1" rot="1739513">
              <a:off x="7967974" y="552406"/>
              <a:ext cx="261586" cy="228697"/>
              <a:chOff x="3948000" y="3024575"/>
              <a:chExt cx="145950" cy="127600"/>
            </a:xfrm>
          </p:grpSpPr>
          <p:sp>
            <p:nvSpPr>
              <p:cNvPr id="158" name="Google Shape;158;p16"/>
              <p:cNvSpPr/>
              <p:nvPr/>
            </p:nvSpPr>
            <p:spPr>
              <a:xfrm>
                <a:off x="3948000" y="3053450"/>
                <a:ext cx="126775" cy="98725"/>
              </a:xfrm>
              <a:custGeom>
                <a:rect b="b" l="l" r="r" t="t"/>
                <a:pathLst>
                  <a:path extrusionOk="0" h="3949" w="5071">
                    <a:moveTo>
                      <a:pt x="767" y="1"/>
                    </a:moveTo>
                    <a:lnTo>
                      <a:pt x="767" y="1"/>
                    </a:lnTo>
                    <a:cubicBezTo>
                      <a:pt x="0" y="1202"/>
                      <a:pt x="334" y="2770"/>
                      <a:pt x="1535" y="3537"/>
                    </a:cubicBezTo>
                    <a:cubicBezTo>
                      <a:pt x="1958" y="3815"/>
                      <a:pt x="2438" y="3948"/>
                      <a:pt x="2914" y="3948"/>
                    </a:cubicBezTo>
                    <a:cubicBezTo>
                      <a:pt x="3753" y="3948"/>
                      <a:pt x="4581" y="3535"/>
                      <a:pt x="5070" y="2770"/>
                    </a:cubicBez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3967175" y="3024575"/>
                <a:ext cx="126775" cy="98125"/>
              </a:xfrm>
              <a:custGeom>
                <a:rect b="b" l="l" r="r" t="t"/>
                <a:pathLst>
                  <a:path extrusionOk="0" h="3925" w="5071">
                    <a:moveTo>
                      <a:pt x="2160" y="0"/>
                    </a:moveTo>
                    <a:cubicBezTo>
                      <a:pt x="1316" y="0"/>
                      <a:pt x="493" y="406"/>
                      <a:pt x="0" y="1156"/>
                    </a:cubicBezTo>
                    <a:lnTo>
                      <a:pt x="4303" y="3925"/>
                    </a:lnTo>
                    <a:cubicBezTo>
                      <a:pt x="5071" y="2757"/>
                      <a:pt x="4704" y="1156"/>
                      <a:pt x="3536" y="389"/>
                    </a:cubicBezTo>
                    <a:cubicBezTo>
                      <a:pt x="3107" y="126"/>
                      <a:pt x="2630" y="0"/>
                      <a:pt x="2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" name="Google Shape;160;p16"/>
            <p:cNvGrpSpPr/>
            <p:nvPr/>
          </p:nvGrpSpPr>
          <p:grpSpPr>
            <a:xfrm flipH="1" rot="1739513">
              <a:off x="8120544" y="248693"/>
              <a:ext cx="443952" cy="287171"/>
              <a:chOff x="4289900" y="2977375"/>
              <a:chExt cx="247700" cy="160225"/>
            </a:xfrm>
          </p:grpSpPr>
          <p:sp>
            <p:nvSpPr>
              <p:cNvPr id="161" name="Google Shape;161;p16"/>
              <p:cNvSpPr/>
              <p:nvPr/>
            </p:nvSpPr>
            <p:spPr>
              <a:xfrm>
                <a:off x="4394150" y="3015100"/>
                <a:ext cx="143450" cy="122500"/>
              </a:xfrm>
              <a:custGeom>
                <a:rect b="b" l="l" r="r" t="t"/>
                <a:pathLst>
                  <a:path extrusionOk="0" h="4900" w="5738">
                    <a:moveTo>
                      <a:pt x="1601" y="1"/>
                    </a:moveTo>
                    <a:lnTo>
                      <a:pt x="0" y="3370"/>
                    </a:lnTo>
                    <a:lnTo>
                      <a:pt x="2802" y="4704"/>
                    </a:lnTo>
                    <a:cubicBezTo>
                      <a:pt x="3068" y="4837"/>
                      <a:pt x="3351" y="4900"/>
                      <a:pt x="3628" y="4900"/>
                    </a:cubicBezTo>
                    <a:cubicBezTo>
                      <a:pt x="4325" y="4900"/>
                      <a:pt x="4994" y="4505"/>
                      <a:pt x="5304" y="3837"/>
                    </a:cubicBezTo>
                    <a:cubicBezTo>
                      <a:pt x="5738" y="2903"/>
                      <a:pt x="5337" y="1802"/>
                      <a:pt x="4403" y="1335"/>
                    </a:cubicBezTo>
                    <a:lnTo>
                      <a:pt x="160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>
                <a:off x="4289900" y="2977375"/>
                <a:ext cx="144300" cy="121975"/>
              </a:xfrm>
              <a:custGeom>
                <a:rect b="b" l="l" r="r" t="t"/>
                <a:pathLst>
                  <a:path extrusionOk="0" h="4879" w="5772">
                    <a:moveTo>
                      <a:pt x="2149" y="0"/>
                    </a:moveTo>
                    <a:cubicBezTo>
                      <a:pt x="1450" y="0"/>
                      <a:pt x="783" y="397"/>
                      <a:pt x="468" y="1076"/>
                    </a:cubicBezTo>
                    <a:cubicBezTo>
                      <a:pt x="1" y="1977"/>
                      <a:pt x="401" y="3111"/>
                      <a:pt x="1335" y="3544"/>
                    </a:cubicBezTo>
                    <a:lnTo>
                      <a:pt x="4170" y="4879"/>
                    </a:lnTo>
                    <a:lnTo>
                      <a:pt x="5771" y="1510"/>
                    </a:lnTo>
                    <a:lnTo>
                      <a:pt x="2936" y="175"/>
                    </a:lnTo>
                    <a:cubicBezTo>
                      <a:pt x="2681" y="57"/>
                      <a:pt x="2413" y="0"/>
                      <a:pt x="21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16"/>
            <p:cNvGrpSpPr/>
            <p:nvPr/>
          </p:nvGrpSpPr>
          <p:grpSpPr>
            <a:xfrm flipH="1" rot="1739513">
              <a:off x="8166006" y="930703"/>
              <a:ext cx="372215" cy="377009"/>
              <a:chOff x="3510175" y="2983025"/>
              <a:chExt cx="207675" cy="210350"/>
            </a:xfrm>
          </p:grpSpPr>
          <p:sp>
            <p:nvSpPr>
              <p:cNvPr id="164" name="Google Shape;164;p16"/>
              <p:cNvSpPr/>
              <p:nvPr/>
            </p:nvSpPr>
            <p:spPr>
              <a:xfrm>
                <a:off x="3578550" y="2983025"/>
                <a:ext cx="139300" cy="136350"/>
              </a:xfrm>
              <a:custGeom>
                <a:rect b="b" l="l" r="r" t="t"/>
                <a:pathLst>
                  <a:path extrusionOk="0" h="5454" w="5572">
                    <a:moveTo>
                      <a:pt x="3481" y="0"/>
                    </a:moveTo>
                    <a:cubicBezTo>
                      <a:pt x="2967" y="0"/>
                      <a:pt x="2462" y="218"/>
                      <a:pt x="2102" y="650"/>
                    </a:cubicBezTo>
                    <a:lnTo>
                      <a:pt x="1" y="2985"/>
                    </a:lnTo>
                    <a:lnTo>
                      <a:pt x="2803" y="5453"/>
                    </a:lnTo>
                    <a:lnTo>
                      <a:pt x="4871" y="3118"/>
                    </a:lnTo>
                    <a:cubicBezTo>
                      <a:pt x="5572" y="2351"/>
                      <a:pt x="5505" y="1150"/>
                      <a:pt x="4738" y="483"/>
                    </a:cubicBezTo>
                    <a:cubicBezTo>
                      <a:pt x="4368" y="160"/>
                      <a:pt x="3921" y="0"/>
                      <a:pt x="34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6"/>
              <p:cNvSpPr/>
              <p:nvPr/>
            </p:nvSpPr>
            <p:spPr>
              <a:xfrm>
                <a:off x="3510175" y="3057625"/>
                <a:ext cx="138450" cy="135750"/>
              </a:xfrm>
              <a:custGeom>
                <a:rect b="b" l="l" r="r" t="t"/>
                <a:pathLst>
                  <a:path extrusionOk="0" h="5430" w="5538">
                    <a:moveTo>
                      <a:pt x="2769" y="1"/>
                    </a:moveTo>
                    <a:lnTo>
                      <a:pt x="668" y="2336"/>
                    </a:lnTo>
                    <a:cubicBezTo>
                      <a:pt x="1" y="3103"/>
                      <a:pt x="67" y="4270"/>
                      <a:pt x="835" y="4971"/>
                    </a:cubicBezTo>
                    <a:cubicBezTo>
                      <a:pt x="1187" y="5277"/>
                      <a:pt x="1624" y="5429"/>
                      <a:pt x="2061" y="5429"/>
                    </a:cubicBezTo>
                    <a:cubicBezTo>
                      <a:pt x="2576" y="5429"/>
                      <a:pt x="3091" y="5219"/>
                      <a:pt x="3470" y="4804"/>
                    </a:cubicBezTo>
                    <a:lnTo>
                      <a:pt x="5538" y="2469"/>
                    </a:lnTo>
                    <a:lnTo>
                      <a:pt x="276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16"/>
            <p:cNvGrpSpPr/>
            <p:nvPr/>
          </p:nvGrpSpPr>
          <p:grpSpPr>
            <a:xfrm flipH="1" rot="4939382">
              <a:off x="8454413" y="707707"/>
              <a:ext cx="205397" cy="179573"/>
              <a:chOff x="3948000" y="3024575"/>
              <a:chExt cx="145950" cy="127600"/>
            </a:xfrm>
          </p:grpSpPr>
          <p:sp>
            <p:nvSpPr>
              <p:cNvPr id="167" name="Google Shape;167;p16"/>
              <p:cNvSpPr/>
              <p:nvPr/>
            </p:nvSpPr>
            <p:spPr>
              <a:xfrm>
                <a:off x="3948000" y="3053450"/>
                <a:ext cx="126775" cy="98725"/>
              </a:xfrm>
              <a:custGeom>
                <a:rect b="b" l="l" r="r" t="t"/>
                <a:pathLst>
                  <a:path extrusionOk="0" h="3949" w="5071">
                    <a:moveTo>
                      <a:pt x="767" y="1"/>
                    </a:moveTo>
                    <a:lnTo>
                      <a:pt x="767" y="1"/>
                    </a:lnTo>
                    <a:cubicBezTo>
                      <a:pt x="0" y="1202"/>
                      <a:pt x="334" y="2770"/>
                      <a:pt x="1535" y="3537"/>
                    </a:cubicBezTo>
                    <a:cubicBezTo>
                      <a:pt x="1958" y="3815"/>
                      <a:pt x="2438" y="3948"/>
                      <a:pt x="2914" y="3948"/>
                    </a:cubicBezTo>
                    <a:cubicBezTo>
                      <a:pt x="3753" y="3948"/>
                      <a:pt x="4581" y="3535"/>
                      <a:pt x="5070" y="2770"/>
                    </a:cubicBez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6"/>
              <p:cNvSpPr/>
              <p:nvPr/>
            </p:nvSpPr>
            <p:spPr>
              <a:xfrm>
                <a:off x="3967175" y="3024575"/>
                <a:ext cx="126775" cy="98125"/>
              </a:xfrm>
              <a:custGeom>
                <a:rect b="b" l="l" r="r" t="t"/>
                <a:pathLst>
                  <a:path extrusionOk="0" h="3925" w="5071">
                    <a:moveTo>
                      <a:pt x="2160" y="0"/>
                    </a:moveTo>
                    <a:cubicBezTo>
                      <a:pt x="1316" y="0"/>
                      <a:pt x="493" y="406"/>
                      <a:pt x="0" y="1156"/>
                    </a:cubicBezTo>
                    <a:lnTo>
                      <a:pt x="4303" y="3925"/>
                    </a:lnTo>
                    <a:cubicBezTo>
                      <a:pt x="5071" y="2757"/>
                      <a:pt x="4704" y="1156"/>
                      <a:pt x="3536" y="389"/>
                    </a:cubicBezTo>
                    <a:cubicBezTo>
                      <a:pt x="3107" y="126"/>
                      <a:pt x="2630" y="0"/>
                      <a:pt x="2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69" name="Google Shape;169;p16"/>
          <p:cNvCxnSpPr/>
          <p:nvPr/>
        </p:nvCxnSpPr>
        <p:spPr>
          <a:xfrm>
            <a:off x="0" y="540004"/>
            <a:ext cx="4216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2391925" y="1619525"/>
            <a:ext cx="4360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2" name="Google Shape;172;p17"/>
          <p:cNvSpPr txBox="1"/>
          <p:nvPr>
            <p:ph idx="1" type="subTitle"/>
          </p:nvPr>
        </p:nvSpPr>
        <p:spPr>
          <a:xfrm>
            <a:off x="2391925" y="2443675"/>
            <a:ext cx="43602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3" name="Google Shape;173;p17"/>
          <p:cNvGrpSpPr/>
          <p:nvPr/>
        </p:nvGrpSpPr>
        <p:grpSpPr>
          <a:xfrm>
            <a:off x="8135446" y="3133781"/>
            <a:ext cx="1446493" cy="585856"/>
            <a:chOff x="8135446" y="3133781"/>
            <a:chExt cx="1446493" cy="585856"/>
          </a:xfrm>
        </p:grpSpPr>
        <p:sp>
          <p:nvSpPr>
            <p:cNvPr id="174" name="Google Shape;174;p17"/>
            <p:cNvSpPr/>
            <p:nvPr/>
          </p:nvSpPr>
          <p:spPr>
            <a:xfrm>
              <a:off x="8135446" y="3133781"/>
              <a:ext cx="734835" cy="585856"/>
            </a:xfrm>
            <a:custGeom>
              <a:rect b="b" l="l" r="r" t="t"/>
              <a:pathLst>
                <a:path extrusionOk="0" h="5839" w="7324">
                  <a:moveTo>
                    <a:pt x="2909" y="1"/>
                  </a:moveTo>
                  <a:cubicBezTo>
                    <a:pt x="1298" y="1"/>
                    <a:pt x="1" y="1298"/>
                    <a:pt x="1" y="2930"/>
                  </a:cubicBezTo>
                  <a:cubicBezTo>
                    <a:pt x="1" y="4541"/>
                    <a:pt x="1298" y="5838"/>
                    <a:pt x="2909" y="5838"/>
                  </a:cubicBezTo>
                  <a:lnTo>
                    <a:pt x="7324" y="5838"/>
                  </a:lnTo>
                  <a:lnTo>
                    <a:pt x="73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8870180" y="3133781"/>
              <a:ext cx="711759" cy="585856"/>
            </a:xfrm>
            <a:custGeom>
              <a:rect b="b" l="l" r="r" t="t"/>
              <a:pathLst>
                <a:path extrusionOk="0" h="5839" w="7094">
                  <a:moveTo>
                    <a:pt x="1" y="1"/>
                  </a:moveTo>
                  <a:lnTo>
                    <a:pt x="1" y="5838"/>
                  </a:lnTo>
                  <a:lnTo>
                    <a:pt x="4186" y="5838"/>
                  </a:lnTo>
                  <a:cubicBezTo>
                    <a:pt x="5797" y="5838"/>
                    <a:pt x="7094" y="4541"/>
                    <a:pt x="7094" y="2930"/>
                  </a:cubicBezTo>
                  <a:cubicBezTo>
                    <a:pt x="7094" y="1298"/>
                    <a:pt x="5797" y="1"/>
                    <a:pt x="4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7"/>
          <p:cNvGrpSpPr/>
          <p:nvPr/>
        </p:nvGrpSpPr>
        <p:grpSpPr>
          <a:xfrm>
            <a:off x="7932449" y="731282"/>
            <a:ext cx="1446594" cy="585856"/>
            <a:chOff x="4965750" y="5090300"/>
            <a:chExt cx="360450" cy="145975"/>
          </a:xfrm>
        </p:grpSpPr>
        <p:sp>
          <p:nvSpPr>
            <p:cNvPr id="177" name="Google Shape;177;p17"/>
            <p:cNvSpPr/>
            <p:nvPr/>
          </p:nvSpPr>
          <p:spPr>
            <a:xfrm>
              <a:off x="5143075" y="5090300"/>
              <a:ext cx="183125" cy="145975"/>
            </a:xfrm>
            <a:custGeom>
              <a:rect b="b" l="l" r="r" t="t"/>
              <a:pathLst>
                <a:path extrusionOk="0" h="5839" w="7325">
                  <a:moveTo>
                    <a:pt x="1" y="0"/>
                  </a:moveTo>
                  <a:lnTo>
                    <a:pt x="1" y="5838"/>
                  </a:lnTo>
                  <a:lnTo>
                    <a:pt x="4416" y="5838"/>
                  </a:lnTo>
                  <a:cubicBezTo>
                    <a:pt x="6027" y="5838"/>
                    <a:pt x="7324" y="4541"/>
                    <a:pt x="7324" y="2909"/>
                  </a:cubicBezTo>
                  <a:cubicBezTo>
                    <a:pt x="7324" y="1298"/>
                    <a:pt x="6027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4965750" y="5090300"/>
              <a:ext cx="177350" cy="145975"/>
            </a:xfrm>
            <a:custGeom>
              <a:rect b="b" l="l" r="r" t="t"/>
              <a:pathLst>
                <a:path extrusionOk="0" h="5839" w="7094">
                  <a:moveTo>
                    <a:pt x="2930" y="0"/>
                  </a:moveTo>
                  <a:cubicBezTo>
                    <a:pt x="1298" y="0"/>
                    <a:pt x="1" y="1298"/>
                    <a:pt x="1" y="2909"/>
                  </a:cubicBezTo>
                  <a:cubicBezTo>
                    <a:pt x="1" y="4541"/>
                    <a:pt x="1298" y="5838"/>
                    <a:pt x="2930" y="5838"/>
                  </a:cubicBezTo>
                  <a:lnTo>
                    <a:pt x="7094" y="5838"/>
                  </a:lnTo>
                  <a:lnTo>
                    <a:pt x="70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9" name="Google Shape;179;p17"/>
          <p:cNvCxnSpPr/>
          <p:nvPr/>
        </p:nvCxnSpPr>
        <p:spPr>
          <a:xfrm>
            <a:off x="4581725" y="536004"/>
            <a:ext cx="465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5476323" y="1202350"/>
            <a:ext cx="3073800" cy="27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hasCustomPrompt="1" type="title"/>
          </p:nvPr>
        </p:nvSpPr>
        <p:spPr>
          <a:xfrm>
            <a:off x="3267800" y="1612975"/>
            <a:ext cx="51561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4" name="Google Shape;184;p19"/>
          <p:cNvSpPr txBox="1"/>
          <p:nvPr>
            <p:ph idx="1" type="subTitle"/>
          </p:nvPr>
        </p:nvSpPr>
        <p:spPr>
          <a:xfrm>
            <a:off x="3550800" y="3217275"/>
            <a:ext cx="4873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85" name="Google Shape;185;p19"/>
          <p:cNvGrpSpPr/>
          <p:nvPr/>
        </p:nvGrpSpPr>
        <p:grpSpPr>
          <a:xfrm rot="5400000">
            <a:off x="7623490" y="-1426"/>
            <a:ext cx="849347" cy="1412180"/>
            <a:chOff x="7928941" y="159097"/>
            <a:chExt cx="730872" cy="1215197"/>
          </a:xfrm>
        </p:grpSpPr>
        <p:grpSp>
          <p:nvGrpSpPr>
            <p:cNvPr id="186" name="Google Shape;186;p19"/>
            <p:cNvGrpSpPr/>
            <p:nvPr/>
          </p:nvGrpSpPr>
          <p:grpSpPr>
            <a:xfrm flipH="1" rot="1739513">
              <a:off x="7967974" y="552406"/>
              <a:ext cx="261586" cy="228697"/>
              <a:chOff x="3948000" y="3024575"/>
              <a:chExt cx="145950" cy="127600"/>
            </a:xfrm>
          </p:grpSpPr>
          <p:sp>
            <p:nvSpPr>
              <p:cNvPr id="187" name="Google Shape;187;p19"/>
              <p:cNvSpPr/>
              <p:nvPr/>
            </p:nvSpPr>
            <p:spPr>
              <a:xfrm>
                <a:off x="3948000" y="3053450"/>
                <a:ext cx="126775" cy="98725"/>
              </a:xfrm>
              <a:custGeom>
                <a:rect b="b" l="l" r="r" t="t"/>
                <a:pathLst>
                  <a:path extrusionOk="0" h="3949" w="5071">
                    <a:moveTo>
                      <a:pt x="767" y="1"/>
                    </a:moveTo>
                    <a:lnTo>
                      <a:pt x="767" y="1"/>
                    </a:lnTo>
                    <a:cubicBezTo>
                      <a:pt x="0" y="1202"/>
                      <a:pt x="334" y="2770"/>
                      <a:pt x="1535" y="3537"/>
                    </a:cubicBezTo>
                    <a:cubicBezTo>
                      <a:pt x="1958" y="3815"/>
                      <a:pt x="2438" y="3948"/>
                      <a:pt x="2914" y="3948"/>
                    </a:cubicBezTo>
                    <a:cubicBezTo>
                      <a:pt x="3753" y="3948"/>
                      <a:pt x="4581" y="3535"/>
                      <a:pt x="5070" y="2770"/>
                    </a:cubicBez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>
                <a:off x="3967175" y="3024575"/>
                <a:ext cx="126775" cy="98125"/>
              </a:xfrm>
              <a:custGeom>
                <a:rect b="b" l="l" r="r" t="t"/>
                <a:pathLst>
                  <a:path extrusionOk="0" h="3925" w="5071">
                    <a:moveTo>
                      <a:pt x="2160" y="0"/>
                    </a:moveTo>
                    <a:cubicBezTo>
                      <a:pt x="1316" y="0"/>
                      <a:pt x="493" y="406"/>
                      <a:pt x="0" y="1156"/>
                    </a:cubicBezTo>
                    <a:lnTo>
                      <a:pt x="4303" y="3925"/>
                    </a:lnTo>
                    <a:cubicBezTo>
                      <a:pt x="5071" y="2757"/>
                      <a:pt x="4704" y="1156"/>
                      <a:pt x="3536" y="389"/>
                    </a:cubicBezTo>
                    <a:cubicBezTo>
                      <a:pt x="3107" y="126"/>
                      <a:pt x="2630" y="0"/>
                      <a:pt x="2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19"/>
            <p:cNvGrpSpPr/>
            <p:nvPr/>
          </p:nvGrpSpPr>
          <p:grpSpPr>
            <a:xfrm flipH="1" rot="1739513">
              <a:off x="8120544" y="248693"/>
              <a:ext cx="443952" cy="287171"/>
              <a:chOff x="4289900" y="2977375"/>
              <a:chExt cx="247700" cy="160225"/>
            </a:xfrm>
          </p:grpSpPr>
          <p:sp>
            <p:nvSpPr>
              <p:cNvPr id="190" name="Google Shape;190;p19"/>
              <p:cNvSpPr/>
              <p:nvPr/>
            </p:nvSpPr>
            <p:spPr>
              <a:xfrm>
                <a:off x="4394150" y="3015100"/>
                <a:ext cx="143450" cy="122500"/>
              </a:xfrm>
              <a:custGeom>
                <a:rect b="b" l="l" r="r" t="t"/>
                <a:pathLst>
                  <a:path extrusionOk="0" h="4900" w="5738">
                    <a:moveTo>
                      <a:pt x="1601" y="1"/>
                    </a:moveTo>
                    <a:lnTo>
                      <a:pt x="0" y="3370"/>
                    </a:lnTo>
                    <a:lnTo>
                      <a:pt x="2802" y="4704"/>
                    </a:lnTo>
                    <a:cubicBezTo>
                      <a:pt x="3068" y="4837"/>
                      <a:pt x="3351" y="4900"/>
                      <a:pt x="3628" y="4900"/>
                    </a:cubicBezTo>
                    <a:cubicBezTo>
                      <a:pt x="4325" y="4900"/>
                      <a:pt x="4994" y="4505"/>
                      <a:pt x="5304" y="3837"/>
                    </a:cubicBezTo>
                    <a:cubicBezTo>
                      <a:pt x="5738" y="2903"/>
                      <a:pt x="5337" y="1802"/>
                      <a:pt x="4403" y="1335"/>
                    </a:cubicBezTo>
                    <a:lnTo>
                      <a:pt x="160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4289900" y="2977375"/>
                <a:ext cx="144300" cy="121975"/>
              </a:xfrm>
              <a:custGeom>
                <a:rect b="b" l="l" r="r" t="t"/>
                <a:pathLst>
                  <a:path extrusionOk="0" h="4879" w="5772">
                    <a:moveTo>
                      <a:pt x="2149" y="0"/>
                    </a:moveTo>
                    <a:cubicBezTo>
                      <a:pt x="1450" y="0"/>
                      <a:pt x="783" y="397"/>
                      <a:pt x="468" y="1076"/>
                    </a:cubicBezTo>
                    <a:cubicBezTo>
                      <a:pt x="1" y="1977"/>
                      <a:pt x="401" y="3111"/>
                      <a:pt x="1335" y="3544"/>
                    </a:cubicBezTo>
                    <a:lnTo>
                      <a:pt x="4170" y="4879"/>
                    </a:lnTo>
                    <a:lnTo>
                      <a:pt x="5771" y="1510"/>
                    </a:lnTo>
                    <a:lnTo>
                      <a:pt x="2936" y="175"/>
                    </a:lnTo>
                    <a:cubicBezTo>
                      <a:pt x="2681" y="57"/>
                      <a:pt x="2413" y="0"/>
                      <a:pt x="21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" name="Google Shape;192;p19"/>
            <p:cNvGrpSpPr/>
            <p:nvPr/>
          </p:nvGrpSpPr>
          <p:grpSpPr>
            <a:xfrm flipH="1" rot="1739513">
              <a:off x="8166006" y="930703"/>
              <a:ext cx="372215" cy="377009"/>
              <a:chOff x="3510175" y="2983025"/>
              <a:chExt cx="207675" cy="210350"/>
            </a:xfrm>
          </p:grpSpPr>
          <p:sp>
            <p:nvSpPr>
              <p:cNvPr id="193" name="Google Shape;193;p19"/>
              <p:cNvSpPr/>
              <p:nvPr/>
            </p:nvSpPr>
            <p:spPr>
              <a:xfrm>
                <a:off x="3578550" y="2983025"/>
                <a:ext cx="139300" cy="136350"/>
              </a:xfrm>
              <a:custGeom>
                <a:rect b="b" l="l" r="r" t="t"/>
                <a:pathLst>
                  <a:path extrusionOk="0" h="5454" w="5572">
                    <a:moveTo>
                      <a:pt x="3481" y="0"/>
                    </a:moveTo>
                    <a:cubicBezTo>
                      <a:pt x="2967" y="0"/>
                      <a:pt x="2462" y="218"/>
                      <a:pt x="2102" y="650"/>
                    </a:cubicBezTo>
                    <a:lnTo>
                      <a:pt x="1" y="2985"/>
                    </a:lnTo>
                    <a:lnTo>
                      <a:pt x="2803" y="5453"/>
                    </a:lnTo>
                    <a:lnTo>
                      <a:pt x="4871" y="3118"/>
                    </a:lnTo>
                    <a:cubicBezTo>
                      <a:pt x="5572" y="2351"/>
                      <a:pt x="5505" y="1150"/>
                      <a:pt x="4738" y="483"/>
                    </a:cubicBezTo>
                    <a:cubicBezTo>
                      <a:pt x="4368" y="160"/>
                      <a:pt x="3921" y="0"/>
                      <a:pt x="34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9"/>
              <p:cNvSpPr/>
              <p:nvPr/>
            </p:nvSpPr>
            <p:spPr>
              <a:xfrm>
                <a:off x="3510175" y="3057625"/>
                <a:ext cx="138450" cy="135750"/>
              </a:xfrm>
              <a:custGeom>
                <a:rect b="b" l="l" r="r" t="t"/>
                <a:pathLst>
                  <a:path extrusionOk="0" h="5430" w="5538">
                    <a:moveTo>
                      <a:pt x="2769" y="1"/>
                    </a:moveTo>
                    <a:lnTo>
                      <a:pt x="668" y="2336"/>
                    </a:lnTo>
                    <a:cubicBezTo>
                      <a:pt x="1" y="3103"/>
                      <a:pt x="67" y="4270"/>
                      <a:pt x="835" y="4971"/>
                    </a:cubicBezTo>
                    <a:cubicBezTo>
                      <a:pt x="1187" y="5277"/>
                      <a:pt x="1624" y="5429"/>
                      <a:pt x="2061" y="5429"/>
                    </a:cubicBezTo>
                    <a:cubicBezTo>
                      <a:pt x="2576" y="5429"/>
                      <a:pt x="3091" y="5219"/>
                      <a:pt x="3470" y="4804"/>
                    </a:cubicBezTo>
                    <a:lnTo>
                      <a:pt x="5538" y="2469"/>
                    </a:lnTo>
                    <a:lnTo>
                      <a:pt x="276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9"/>
            <p:cNvGrpSpPr/>
            <p:nvPr/>
          </p:nvGrpSpPr>
          <p:grpSpPr>
            <a:xfrm flipH="1" rot="4939382">
              <a:off x="8454413" y="707707"/>
              <a:ext cx="205397" cy="179573"/>
              <a:chOff x="3948000" y="3024575"/>
              <a:chExt cx="145950" cy="127600"/>
            </a:xfrm>
          </p:grpSpPr>
          <p:sp>
            <p:nvSpPr>
              <p:cNvPr id="196" name="Google Shape;196;p19"/>
              <p:cNvSpPr/>
              <p:nvPr/>
            </p:nvSpPr>
            <p:spPr>
              <a:xfrm>
                <a:off x="3948000" y="3053450"/>
                <a:ext cx="126775" cy="98725"/>
              </a:xfrm>
              <a:custGeom>
                <a:rect b="b" l="l" r="r" t="t"/>
                <a:pathLst>
                  <a:path extrusionOk="0" h="3949" w="5071">
                    <a:moveTo>
                      <a:pt x="767" y="1"/>
                    </a:moveTo>
                    <a:lnTo>
                      <a:pt x="767" y="1"/>
                    </a:lnTo>
                    <a:cubicBezTo>
                      <a:pt x="0" y="1202"/>
                      <a:pt x="334" y="2770"/>
                      <a:pt x="1535" y="3537"/>
                    </a:cubicBezTo>
                    <a:cubicBezTo>
                      <a:pt x="1958" y="3815"/>
                      <a:pt x="2438" y="3948"/>
                      <a:pt x="2914" y="3948"/>
                    </a:cubicBezTo>
                    <a:cubicBezTo>
                      <a:pt x="3753" y="3948"/>
                      <a:pt x="4581" y="3535"/>
                      <a:pt x="5070" y="2770"/>
                    </a:cubicBezTo>
                    <a:lnTo>
                      <a:pt x="7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9"/>
              <p:cNvSpPr/>
              <p:nvPr/>
            </p:nvSpPr>
            <p:spPr>
              <a:xfrm>
                <a:off x="3967175" y="3024575"/>
                <a:ext cx="126775" cy="98125"/>
              </a:xfrm>
              <a:custGeom>
                <a:rect b="b" l="l" r="r" t="t"/>
                <a:pathLst>
                  <a:path extrusionOk="0" h="3925" w="5071">
                    <a:moveTo>
                      <a:pt x="2160" y="0"/>
                    </a:moveTo>
                    <a:cubicBezTo>
                      <a:pt x="1316" y="0"/>
                      <a:pt x="493" y="406"/>
                      <a:pt x="0" y="1156"/>
                    </a:cubicBezTo>
                    <a:lnTo>
                      <a:pt x="4303" y="3925"/>
                    </a:lnTo>
                    <a:cubicBezTo>
                      <a:pt x="5071" y="2757"/>
                      <a:pt x="4704" y="1156"/>
                      <a:pt x="3536" y="389"/>
                    </a:cubicBezTo>
                    <a:cubicBezTo>
                      <a:pt x="3107" y="126"/>
                      <a:pt x="2630" y="0"/>
                      <a:pt x="2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98" name="Google Shape;198;p19"/>
          <p:cNvCxnSpPr/>
          <p:nvPr/>
        </p:nvCxnSpPr>
        <p:spPr>
          <a:xfrm>
            <a:off x="3581325" y="4603504"/>
            <a:ext cx="566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720000" y="1207825"/>
            <a:ext cx="41772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720000" y="2196100"/>
            <a:ext cx="3840000" cy="20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3" name="Google Shape;203;p21"/>
          <p:cNvCxnSpPr/>
          <p:nvPr/>
        </p:nvCxnSpPr>
        <p:spPr>
          <a:xfrm>
            <a:off x="4490100" y="540004"/>
            <a:ext cx="465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726425" y="1360225"/>
            <a:ext cx="2856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1" type="subTitle"/>
          </p:nvPr>
        </p:nvSpPr>
        <p:spPr>
          <a:xfrm>
            <a:off x="726425" y="1941025"/>
            <a:ext cx="28566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7" name="Google Shape;207;p22"/>
          <p:cNvGrpSpPr/>
          <p:nvPr/>
        </p:nvGrpSpPr>
        <p:grpSpPr>
          <a:xfrm>
            <a:off x="605288" y="296779"/>
            <a:ext cx="786813" cy="608453"/>
            <a:chOff x="1260175" y="3413025"/>
            <a:chExt cx="257625" cy="199225"/>
          </a:xfrm>
        </p:grpSpPr>
        <p:sp>
          <p:nvSpPr>
            <p:cNvPr id="208" name="Google Shape;208;p22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1315775" y="34130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1334775" y="34208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3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720000" y="1230925"/>
            <a:ext cx="3475200" cy="3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Char char="●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17" name="Google Shape;217;p23"/>
          <p:cNvSpPr txBox="1"/>
          <p:nvPr>
            <p:ph idx="2" type="body"/>
          </p:nvPr>
        </p:nvSpPr>
        <p:spPr>
          <a:xfrm>
            <a:off x="4572000" y="1758463"/>
            <a:ext cx="28398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Char char="●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cxnSp>
        <p:nvCxnSpPr>
          <p:cNvPr id="218" name="Google Shape;218;p23"/>
          <p:cNvCxnSpPr/>
          <p:nvPr/>
        </p:nvCxnSpPr>
        <p:spPr>
          <a:xfrm>
            <a:off x="0" y="540000"/>
            <a:ext cx="19860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720000" y="53406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" name="Google Shape;221;p24"/>
          <p:cNvSpPr txBox="1"/>
          <p:nvPr>
            <p:ph idx="2" type="title"/>
          </p:nvPr>
        </p:nvSpPr>
        <p:spPr>
          <a:xfrm>
            <a:off x="990296" y="2399452"/>
            <a:ext cx="1622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24"/>
          <p:cNvSpPr txBox="1"/>
          <p:nvPr>
            <p:ph idx="1" type="subTitle"/>
          </p:nvPr>
        </p:nvSpPr>
        <p:spPr>
          <a:xfrm>
            <a:off x="995725" y="3133050"/>
            <a:ext cx="16221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4"/>
          <p:cNvSpPr txBox="1"/>
          <p:nvPr>
            <p:ph idx="3" type="title"/>
          </p:nvPr>
        </p:nvSpPr>
        <p:spPr>
          <a:xfrm>
            <a:off x="3771292" y="2399452"/>
            <a:ext cx="1622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4" name="Google Shape;224;p24"/>
          <p:cNvSpPr txBox="1"/>
          <p:nvPr>
            <p:ph idx="4" type="subTitle"/>
          </p:nvPr>
        </p:nvSpPr>
        <p:spPr>
          <a:xfrm>
            <a:off x="3753708" y="3132950"/>
            <a:ext cx="16221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4"/>
          <p:cNvSpPr txBox="1"/>
          <p:nvPr>
            <p:ph idx="5" type="title"/>
          </p:nvPr>
        </p:nvSpPr>
        <p:spPr>
          <a:xfrm>
            <a:off x="6517119" y="2399452"/>
            <a:ext cx="1622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" name="Google Shape;226;p24"/>
          <p:cNvSpPr txBox="1"/>
          <p:nvPr>
            <p:ph idx="6" type="subTitle"/>
          </p:nvPr>
        </p:nvSpPr>
        <p:spPr>
          <a:xfrm>
            <a:off x="6522548" y="3132950"/>
            <a:ext cx="16221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7" name="Google Shape;227;p24"/>
          <p:cNvGrpSpPr/>
          <p:nvPr/>
        </p:nvGrpSpPr>
        <p:grpSpPr>
          <a:xfrm flipH="1" rot="1739571">
            <a:off x="8217472" y="348482"/>
            <a:ext cx="291990" cy="255279"/>
            <a:chOff x="3948000" y="3024575"/>
            <a:chExt cx="145950" cy="127600"/>
          </a:xfrm>
        </p:grpSpPr>
        <p:sp>
          <p:nvSpPr>
            <p:cNvPr id="228" name="Google Shape;228;p24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24"/>
          <p:cNvGrpSpPr/>
          <p:nvPr/>
        </p:nvGrpSpPr>
        <p:grpSpPr>
          <a:xfrm flipH="1" rot="1739571">
            <a:off x="8527814" y="489916"/>
            <a:ext cx="415478" cy="420830"/>
            <a:chOff x="3510175" y="2983025"/>
            <a:chExt cx="207675" cy="210350"/>
          </a:xfrm>
        </p:grpSpPr>
        <p:sp>
          <p:nvSpPr>
            <p:cNvPr id="231" name="Google Shape;231;p24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3" name="Google Shape;233;p24"/>
          <p:cNvCxnSpPr/>
          <p:nvPr/>
        </p:nvCxnSpPr>
        <p:spPr>
          <a:xfrm>
            <a:off x="0" y="540379"/>
            <a:ext cx="333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24"/>
          <p:cNvCxnSpPr/>
          <p:nvPr/>
        </p:nvCxnSpPr>
        <p:spPr>
          <a:xfrm>
            <a:off x="720975" y="4605250"/>
            <a:ext cx="8430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25"/>
          <p:cNvSpPr txBox="1"/>
          <p:nvPr>
            <p:ph idx="2" type="title"/>
          </p:nvPr>
        </p:nvSpPr>
        <p:spPr>
          <a:xfrm>
            <a:off x="720000" y="31853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8" name="Google Shape;238;p25"/>
          <p:cNvSpPr txBox="1"/>
          <p:nvPr>
            <p:ph idx="1" type="subTitle"/>
          </p:nvPr>
        </p:nvSpPr>
        <p:spPr>
          <a:xfrm>
            <a:off x="720000" y="3771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5"/>
          <p:cNvSpPr txBox="1"/>
          <p:nvPr>
            <p:ph idx="3" type="title"/>
          </p:nvPr>
        </p:nvSpPr>
        <p:spPr>
          <a:xfrm>
            <a:off x="3403800" y="31853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0" name="Google Shape;240;p25"/>
          <p:cNvSpPr txBox="1"/>
          <p:nvPr>
            <p:ph idx="4" type="subTitle"/>
          </p:nvPr>
        </p:nvSpPr>
        <p:spPr>
          <a:xfrm>
            <a:off x="3403800" y="3771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5" type="title"/>
          </p:nvPr>
        </p:nvSpPr>
        <p:spPr>
          <a:xfrm>
            <a:off x="6087600" y="31853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2" name="Google Shape;242;p25"/>
          <p:cNvSpPr txBox="1"/>
          <p:nvPr>
            <p:ph idx="6" type="subTitle"/>
          </p:nvPr>
        </p:nvSpPr>
        <p:spPr>
          <a:xfrm>
            <a:off x="6087600" y="3771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3" name="Google Shape;243;p25"/>
          <p:cNvGrpSpPr/>
          <p:nvPr/>
        </p:nvGrpSpPr>
        <p:grpSpPr>
          <a:xfrm rot="-1739534">
            <a:off x="952882" y="697123"/>
            <a:ext cx="295609" cy="258443"/>
            <a:chOff x="3948000" y="3024575"/>
            <a:chExt cx="145950" cy="127600"/>
          </a:xfrm>
        </p:grpSpPr>
        <p:sp>
          <p:nvSpPr>
            <p:cNvPr id="244" name="Google Shape;244;p25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25"/>
          <p:cNvGrpSpPr/>
          <p:nvPr/>
        </p:nvGrpSpPr>
        <p:grpSpPr>
          <a:xfrm rot="-1739534">
            <a:off x="469154" y="377739"/>
            <a:ext cx="501695" cy="324522"/>
            <a:chOff x="4289900" y="2977375"/>
            <a:chExt cx="247700" cy="160225"/>
          </a:xfrm>
        </p:grpSpPr>
        <p:sp>
          <p:nvSpPr>
            <p:cNvPr id="247" name="Google Shape;247;p25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25"/>
          <p:cNvGrpSpPr/>
          <p:nvPr/>
        </p:nvGrpSpPr>
        <p:grpSpPr>
          <a:xfrm flipH="1" rot="-303482">
            <a:off x="8272739" y="390517"/>
            <a:ext cx="710359" cy="411739"/>
            <a:chOff x="1260175" y="3462925"/>
            <a:chExt cx="257625" cy="149325"/>
          </a:xfrm>
        </p:grpSpPr>
        <p:sp>
          <p:nvSpPr>
            <p:cNvPr id="250" name="Google Shape;250;p2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5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2" type="title"/>
          </p:nvPr>
        </p:nvSpPr>
        <p:spPr>
          <a:xfrm>
            <a:off x="1422300" y="2093412"/>
            <a:ext cx="2431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1209825" y="2384137"/>
            <a:ext cx="28671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6"/>
          <p:cNvSpPr txBox="1"/>
          <p:nvPr>
            <p:ph idx="3" type="title"/>
          </p:nvPr>
        </p:nvSpPr>
        <p:spPr>
          <a:xfrm>
            <a:off x="5266675" y="2093412"/>
            <a:ext cx="2431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26"/>
          <p:cNvSpPr txBox="1"/>
          <p:nvPr>
            <p:ph idx="4" type="subTitle"/>
          </p:nvPr>
        </p:nvSpPr>
        <p:spPr>
          <a:xfrm>
            <a:off x="5054699" y="2384137"/>
            <a:ext cx="28671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6"/>
          <p:cNvSpPr txBox="1"/>
          <p:nvPr>
            <p:ph idx="5" type="subTitle"/>
          </p:nvPr>
        </p:nvSpPr>
        <p:spPr>
          <a:xfrm>
            <a:off x="1209825" y="4125912"/>
            <a:ext cx="28671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6" type="subTitle"/>
          </p:nvPr>
        </p:nvSpPr>
        <p:spPr>
          <a:xfrm>
            <a:off x="5054699" y="4125912"/>
            <a:ext cx="28671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7" type="title"/>
          </p:nvPr>
        </p:nvSpPr>
        <p:spPr>
          <a:xfrm>
            <a:off x="1422270" y="3820512"/>
            <a:ext cx="2431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26"/>
          <p:cNvSpPr txBox="1"/>
          <p:nvPr>
            <p:ph idx="8" type="title"/>
          </p:nvPr>
        </p:nvSpPr>
        <p:spPr>
          <a:xfrm>
            <a:off x="5266675" y="3820512"/>
            <a:ext cx="2431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 rot="1763453">
            <a:off x="8033243" y="253645"/>
            <a:ext cx="971876" cy="572695"/>
            <a:chOff x="4965750" y="4870075"/>
            <a:chExt cx="621450" cy="366200"/>
          </a:xfrm>
        </p:grpSpPr>
        <p:sp>
          <p:nvSpPr>
            <p:cNvPr id="267" name="Google Shape;267;p26"/>
            <p:cNvSpPr/>
            <p:nvPr/>
          </p:nvSpPr>
          <p:spPr>
            <a:xfrm>
              <a:off x="5143075" y="5090300"/>
              <a:ext cx="183125" cy="145975"/>
            </a:xfrm>
            <a:custGeom>
              <a:rect b="b" l="l" r="r" t="t"/>
              <a:pathLst>
                <a:path extrusionOk="0" h="5839" w="7325">
                  <a:moveTo>
                    <a:pt x="1" y="0"/>
                  </a:moveTo>
                  <a:lnTo>
                    <a:pt x="1" y="5838"/>
                  </a:lnTo>
                  <a:lnTo>
                    <a:pt x="4416" y="5838"/>
                  </a:lnTo>
                  <a:cubicBezTo>
                    <a:pt x="6027" y="5838"/>
                    <a:pt x="7324" y="4541"/>
                    <a:pt x="7324" y="2909"/>
                  </a:cubicBezTo>
                  <a:cubicBezTo>
                    <a:pt x="7324" y="1298"/>
                    <a:pt x="6027" y="0"/>
                    <a:pt x="44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965750" y="5090300"/>
              <a:ext cx="177350" cy="145975"/>
            </a:xfrm>
            <a:custGeom>
              <a:rect b="b" l="l" r="r" t="t"/>
              <a:pathLst>
                <a:path extrusionOk="0" h="5839" w="7094">
                  <a:moveTo>
                    <a:pt x="2930" y="0"/>
                  </a:moveTo>
                  <a:cubicBezTo>
                    <a:pt x="1298" y="0"/>
                    <a:pt x="1" y="1298"/>
                    <a:pt x="1" y="2909"/>
                  </a:cubicBezTo>
                  <a:cubicBezTo>
                    <a:pt x="1" y="4541"/>
                    <a:pt x="1298" y="5838"/>
                    <a:pt x="2930" y="5838"/>
                  </a:cubicBezTo>
                  <a:lnTo>
                    <a:pt x="7094" y="5838"/>
                  </a:lnTo>
                  <a:lnTo>
                    <a:pt x="70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5226775" y="4870075"/>
              <a:ext cx="183100" cy="145975"/>
            </a:xfrm>
            <a:custGeom>
              <a:rect b="b" l="l" r="r" t="t"/>
              <a:pathLst>
                <a:path extrusionOk="0" h="5839" w="7324">
                  <a:moveTo>
                    <a:pt x="2909" y="1"/>
                  </a:moveTo>
                  <a:cubicBezTo>
                    <a:pt x="1298" y="1"/>
                    <a:pt x="1" y="1298"/>
                    <a:pt x="1" y="2930"/>
                  </a:cubicBezTo>
                  <a:cubicBezTo>
                    <a:pt x="1" y="4541"/>
                    <a:pt x="1298" y="5838"/>
                    <a:pt x="2909" y="5838"/>
                  </a:cubicBezTo>
                  <a:lnTo>
                    <a:pt x="7324" y="5838"/>
                  </a:lnTo>
                  <a:lnTo>
                    <a:pt x="73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5409850" y="4870075"/>
              <a:ext cx="177350" cy="145975"/>
            </a:xfrm>
            <a:custGeom>
              <a:rect b="b" l="l" r="r" t="t"/>
              <a:pathLst>
                <a:path extrusionOk="0" h="5839" w="7094">
                  <a:moveTo>
                    <a:pt x="1" y="1"/>
                  </a:moveTo>
                  <a:lnTo>
                    <a:pt x="1" y="5838"/>
                  </a:lnTo>
                  <a:lnTo>
                    <a:pt x="4186" y="5838"/>
                  </a:lnTo>
                  <a:cubicBezTo>
                    <a:pt x="5797" y="5838"/>
                    <a:pt x="7094" y="4541"/>
                    <a:pt x="7094" y="2930"/>
                  </a:cubicBezTo>
                  <a:cubicBezTo>
                    <a:pt x="7094" y="1298"/>
                    <a:pt x="5797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26"/>
          <p:cNvGrpSpPr/>
          <p:nvPr/>
        </p:nvGrpSpPr>
        <p:grpSpPr>
          <a:xfrm>
            <a:off x="595538" y="267935"/>
            <a:ext cx="424768" cy="380576"/>
            <a:chOff x="5918300" y="4988050"/>
            <a:chExt cx="256875" cy="230150"/>
          </a:xfrm>
        </p:grpSpPr>
        <p:sp>
          <p:nvSpPr>
            <p:cNvPr id="272" name="Google Shape;272;p26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6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26"/>
          <p:cNvGrpSpPr/>
          <p:nvPr/>
        </p:nvGrpSpPr>
        <p:grpSpPr>
          <a:xfrm>
            <a:off x="204456" y="386741"/>
            <a:ext cx="299023" cy="261759"/>
            <a:chOff x="5579350" y="4988075"/>
            <a:chExt cx="262600" cy="229875"/>
          </a:xfrm>
        </p:grpSpPr>
        <p:sp>
          <p:nvSpPr>
            <p:cNvPr id="275" name="Google Shape;275;p26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27"/>
          <p:cNvSpPr txBox="1"/>
          <p:nvPr>
            <p:ph idx="2" type="title"/>
          </p:nvPr>
        </p:nvSpPr>
        <p:spPr>
          <a:xfrm>
            <a:off x="720000" y="1656124"/>
            <a:ext cx="230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27"/>
          <p:cNvSpPr txBox="1"/>
          <p:nvPr>
            <p:ph idx="1" type="subTitle"/>
          </p:nvPr>
        </p:nvSpPr>
        <p:spPr>
          <a:xfrm>
            <a:off x="720000" y="2006174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7"/>
          <p:cNvSpPr txBox="1"/>
          <p:nvPr>
            <p:ph idx="3" type="title"/>
          </p:nvPr>
        </p:nvSpPr>
        <p:spPr>
          <a:xfrm>
            <a:off x="6118550" y="2757857"/>
            <a:ext cx="230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27"/>
          <p:cNvSpPr txBox="1"/>
          <p:nvPr>
            <p:ph idx="4" type="subTitle"/>
          </p:nvPr>
        </p:nvSpPr>
        <p:spPr>
          <a:xfrm>
            <a:off x="6118544" y="310798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27"/>
          <p:cNvSpPr txBox="1"/>
          <p:nvPr>
            <p:ph idx="5" type="title"/>
          </p:nvPr>
        </p:nvSpPr>
        <p:spPr>
          <a:xfrm>
            <a:off x="720000" y="3829947"/>
            <a:ext cx="230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27"/>
          <p:cNvSpPr txBox="1"/>
          <p:nvPr>
            <p:ph idx="6" type="subTitle"/>
          </p:nvPr>
        </p:nvSpPr>
        <p:spPr>
          <a:xfrm>
            <a:off x="720000" y="418007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27"/>
          <p:cNvSpPr txBox="1"/>
          <p:nvPr>
            <p:ph idx="7" type="title"/>
          </p:nvPr>
        </p:nvSpPr>
        <p:spPr>
          <a:xfrm>
            <a:off x="720000" y="2757857"/>
            <a:ext cx="230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6" name="Google Shape;286;p27"/>
          <p:cNvSpPr txBox="1"/>
          <p:nvPr>
            <p:ph idx="8" type="subTitle"/>
          </p:nvPr>
        </p:nvSpPr>
        <p:spPr>
          <a:xfrm>
            <a:off x="719994" y="310798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7"/>
          <p:cNvSpPr txBox="1"/>
          <p:nvPr>
            <p:ph idx="9" type="title"/>
          </p:nvPr>
        </p:nvSpPr>
        <p:spPr>
          <a:xfrm>
            <a:off x="6118550" y="1656049"/>
            <a:ext cx="230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27"/>
          <p:cNvSpPr txBox="1"/>
          <p:nvPr>
            <p:ph idx="13" type="subTitle"/>
          </p:nvPr>
        </p:nvSpPr>
        <p:spPr>
          <a:xfrm>
            <a:off x="6118545" y="2006174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7"/>
          <p:cNvSpPr txBox="1"/>
          <p:nvPr>
            <p:ph idx="14" type="title"/>
          </p:nvPr>
        </p:nvSpPr>
        <p:spPr>
          <a:xfrm>
            <a:off x="6118550" y="3829947"/>
            <a:ext cx="230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27"/>
          <p:cNvSpPr txBox="1"/>
          <p:nvPr>
            <p:ph idx="15" type="subTitle"/>
          </p:nvPr>
        </p:nvSpPr>
        <p:spPr>
          <a:xfrm>
            <a:off x="6118545" y="418007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1" name="Google Shape;291;p27"/>
          <p:cNvGrpSpPr/>
          <p:nvPr/>
        </p:nvGrpSpPr>
        <p:grpSpPr>
          <a:xfrm>
            <a:off x="274032" y="568662"/>
            <a:ext cx="634041" cy="367504"/>
            <a:chOff x="1260175" y="3462925"/>
            <a:chExt cx="257625" cy="149325"/>
          </a:xfrm>
        </p:grpSpPr>
        <p:sp>
          <p:nvSpPr>
            <p:cNvPr id="292" name="Google Shape;292;p27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27"/>
          <p:cNvGrpSpPr/>
          <p:nvPr/>
        </p:nvGrpSpPr>
        <p:grpSpPr>
          <a:xfrm>
            <a:off x="8305522" y="303668"/>
            <a:ext cx="679153" cy="572706"/>
            <a:chOff x="1340725" y="3462925"/>
            <a:chExt cx="177075" cy="149325"/>
          </a:xfrm>
        </p:grpSpPr>
        <p:sp>
          <p:nvSpPr>
            <p:cNvPr id="299" name="Google Shape;299;p27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4647650" y="638036"/>
            <a:ext cx="19971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05" name="Google Shape;305;p28"/>
          <p:cNvSpPr txBox="1"/>
          <p:nvPr>
            <p:ph idx="1" type="subTitle"/>
          </p:nvPr>
        </p:nvSpPr>
        <p:spPr>
          <a:xfrm>
            <a:off x="4824650" y="1631525"/>
            <a:ext cx="16431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28"/>
          <p:cNvSpPr txBox="1"/>
          <p:nvPr>
            <p:ph idx="2" type="title"/>
          </p:nvPr>
        </p:nvSpPr>
        <p:spPr>
          <a:xfrm>
            <a:off x="2086150" y="1929000"/>
            <a:ext cx="22806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28"/>
          <p:cNvSpPr txBox="1"/>
          <p:nvPr>
            <p:ph idx="3" type="subTitle"/>
          </p:nvPr>
        </p:nvSpPr>
        <p:spPr>
          <a:xfrm>
            <a:off x="2056750" y="2985575"/>
            <a:ext cx="23394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8"/>
          <p:cNvSpPr txBox="1"/>
          <p:nvPr>
            <p:ph idx="4" type="title"/>
          </p:nvPr>
        </p:nvSpPr>
        <p:spPr>
          <a:xfrm>
            <a:off x="4818400" y="3080625"/>
            <a:ext cx="16431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09" name="Google Shape;309;p28"/>
          <p:cNvSpPr txBox="1"/>
          <p:nvPr>
            <p:ph idx="5" type="subTitle"/>
          </p:nvPr>
        </p:nvSpPr>
        <p:spPr>
          <a:xfrm>
            <a:off x="4687450" y="3734675"/>
            <a:ext cx="19050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0" name="Google Shape;310;p28"/>
          <p:cNvCxnSpPr/>
          <p:nvPr/>
        </p:nvCxnSpPr>
        <p:spPr>
          <a:xfrm>
            <a:off x="7517875" y="540000"/>
            <a:ext cx="162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28"/>
          <p:cNvCxnSpPr/>
          <p:nvPr/>
        </p:nvCxnSpPr>
        <p:spPr>
          <a:xfrm>
            <a:off x="-81900" y="4603504"/>
            <a:ext cx="3611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28"/>
          <p:cNvSpPr/>
          <p:nvPr/>
        </p:nvSpPr>
        <p:spPr>
          <a:xfrm rot="303547">
            <a:off x="788440" y="730192"/>
            <a:ext cx="384587" cy="340804"/>
          </a:xfrm>
          <a:custGeom>
            <a:rect b="b" l="l" r="r" t="t"/>
            <a:pathLst>
              <a:path extrusionOk="0" h="4310" w="4864">
                <a:moveTo>
                  <a:pt x="2450" y="1"/>
                </a:moveTo>
                <a:cubicBezTo>
                  <a:pt x="2014" y="1"/>
                  <a:pt x="1571" y="135"/>
                  <a:pt x="1185" y="412"/>
                </a:cubicBezTo>
                <a:cubicBezTo>
                  <a:pt x="213" y="1111"/>
                  <a:pt x="0" y="2448"/>
                  <a:pt x="669" y="3421"/>
                </a:cubicBezTo>
                <a:cubicBezTo>
                  <a:pt x="1095" y="3995"/>
                  <a:pt x="1758" y="4310"/>
                  <a:pt x="2431" y="4310"/>
                </a:cubicBezTo>
                <a:cubicBezTo>
                  <a:pt x="2862" y="4310"/>
                  <a:pt x="3298" y="4180"/>
                  <a:pt x="3678" y="3907"/>
                </a:cubicBezTo>
                <a:cubicBezTo>
                  <a:pt x="4651" y="3208"/>
                  <a:pt x="4863" y="1871"/>
                  <a:pt x="4164" y="898"/>
                </a:cubicBezTo>
                <a:cubicBezTo>
                  <a:pt x="3761" y="311"/>
                  <a:pt x="3113" y="1"/>
                  <a:pt x="245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8"/>
          <p:cNvSpPr/>
          <p:nvPr/>
        </p:nvSpPr>
        <p:spPr>
          <a:xfrm rot="303547">
            <a:off x="848521" y="796480"/>
            <a:ext cx="266855" cy="206775"/>
          </a:xfrm>
          <a:custGeom>
            <a:rect b="b" l="l" r="r" t="t"/>
            <a:pathLst>
              <a:path extrusionOk="0" h="2615" w="3375">
                <a:moveTo>
                  <a:pt x="3101" y="0"/>
                </a:moveTo>
                <a:lnTo>
                  <a:pt x="1" y="2219"/>
                </a:lnTo>
                <a:lnTo>
                  <a:pt x="305" y="2614"/>
                </a:lnTo>
                <a:lnTo>
                  <a:pt x="3375" y="395"/>
                </a:lnTo>
                <a:lnTo>
                  <a:pt x="3101" y="0"/>
                </a:lnTo>
                <a:close/>
              </a:path>
            </a:pathLst>
          </a:custGeom>
          <a:solidFill>
            <a:srgbClr val="E5E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" name="Google Shape;314;p28"/>
          <p:cNvGrpSpPr/>
          <p:nvPr/>
        </p:nvGrpSpPr>
        <p:grpSpPr>
          <a:xfrm>
            <a:off x="336477" y="539990"/>
            <a:ext cx="268535" cy="242274"/>
            <a:chOff x="602265" y="1601265"/>
            <a:chExt cx="268535" cy="242274"/>
          </a:xfrm>
        </p:grpSpPr>
        <p:sp>
          <p:nvSpPr>
            <p:cNvPr id="315" name="Google Shape;315;p28"/>
            <p:cNvSpPr/>
            <p:nvPr/>
          </p:nvSpPr>
          <p:spPr>
            <a:xfrm rot="303547">
              <a:off x="611526" y="1611858"/>
              <a:ext cx="250013" cy="221088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8"/>
            <p:cNvSpPr/>
            <p:nvPr/>
          </p:nvSpPr>
          <p:spPr>
            <a:xfrm rot="303547">
              <a:off x="671557" y="1636552"/>
              <a:ext cx="132202" cy="173169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p28"/>
          <p:cNvSpPr/>
          <p:nvPr/>
        </p:nvSpPr>
        <p:spPr>
          <a:xfrm rot="303547">
            <a:off x="253472" y="1028983"/>
            <a:ext cx="338965" cy="300160"/>
          </a:xfrm>
          <a:custGeom>
            <a:rect b="b" l="l" r="r" t="t"/>
            <a:pathLst>
              <a:path extrusionOk="0" h="3796" w="4287">
                <a:moveTo>
                  <a:pt x="2119" y="0"/>
                </a:moveTo>
                <a:cubicBezTo>
                  <a:pt x="1743" y="0"/>
                  <a:pt x="1363" y="112"/>
                  <a:pt x="1034" y="348"/>
                </a:cubicBezTo>
                <a:cubicBezTo>
                  <a:pt x="183" y="956"/>
                  <a:pt x="0" y="2141"/>
                  <a:pt x="608" y="2992"/>
                </a:cubicBezTo>
                <a:cubicBezTo>
                  <a:pt x="981" y="3514"/>
                  <a:pt x="1559" y="3796"/>
                  <a:pt x="2147" y="3796"/>
                </a:cubicBezTo>
                <a:cubicBezTo>
                  <a:pt x="2518" y="3796"/>
                  <a:pt x="2893" y="3683"/>
                  <a:pt x="3222" y="3448"/>
                </a:cubicBezTo>
                <a:cubicBezTo>
                  <a:pt x="4073" y="2840"/>
                  <a:pt x="4286" y="1655"/>
                  <a:pt x="3678" y="804"/>
                </a:cubicBezTo>
                <a:cubicBezTo>
                  <a:pt x="3305" y="282"/>
                  <a:pt x="2716" y="0"/>
                  <a:pt x="211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8"/>
          <p:cNvSpPr/>
          <p:nvPr/>
        </p:nvSpPr>
        <p:spPr>
          <a:xfrm rot="303547">
            <a:off x="290707" y="1140547"/>
            <a:ext cx="264483" cy="77017"/>
          </a:xfrm>
          <a:custGeom>
            <a:rect b="b" l="l" r="r" t="t"/>
            <a:pathLst>
              <a:path extrusionOk="0" h="974" w="3345">
                <a:moveTo>
                  <a:pt x="61" y="0"/>
                </a:moveTo>
                <a:lnTo>
                  <a:pt x="1" y="426"/>
                </a:lnTo>
                <a:lnTo>
                  <a:pt x="3283" y="973"/>
                </a:lnTo>
                <a:lnTo>
                  <a:pt x="3344" y="548"/>
                </a:lnTo>
                <a:lnTo>
                  <a:pt x="61" y="0"/>
                </a:lnTo>
                <a:close/>
              </a:path>
            </a:pathLst>
          </a:custGeom>
          <a:solidFill>
            <a:srgbClr val="E5E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9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1" name="Google Shape;321;p29"/>
          <p:cNvSpPr txBox="1"/>
          <p:nvPr>
            <p:ph idx="2" type="title"/>
          </p:nvPr>
        </p:nvSpPr>
        <p:spPr>
          <a:xfrm>
            <a:off x="720000" y="3727537"/>
            <a:ext cx="2336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29"/>
          <p:cNvSpPr txBox="1"/>
          <p:nvPr>
            <p:ph idx="1" type="subTitle"/>
          </p:nvPr>
        </p:nvSpPr>
        <p:spPr>
          <a:xfrm>
            <a:off x="720000" y="412397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9"/>
          <p:cNvSpPr txBox="1"/>
          <p:nvPr>
            <p:ph idx="3" type="title"/>
          </p:nvPr>
        </p:nvSpPr>
        <p:spPr>
          <a:xfrm>
            <a:off x="3403800" y="3727537"/>
            <a:ext cx="2336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29"/>
          <p:cNvSpPr txBox="1"/>
          <p:nvPr>
            <p:ph idx="4" type="subTitle"/>
          </p:nvPr>
        </p:nvSpPr>
        <p:spPr>
          <a:xfrm>
            <a:off x="3403800" y="412397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 txBox="1"/>
          <p:nvPr>
            <p:ph idx="5" type="title"/>
          </p:nvPr>
        </p:nvSpPr>
        <p:spPr>
          <a:xfrm>
            <a:off x="6087600" y="3727536"/>
            <a:ext cx="2336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29"/>
          <p:cNvSpPr txBox="1"/>
          <p:nvPr>
            <p:ph idx="6" type="subTitle"/>
          </p:nvPr>
        </p:nvSpPr>
        <p:spPr>
          <a:xfrm>
            <a:off x="6087600" y="412397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9"/>
          <p:cNvSpPr txBox="1"/>
          <p:nvPr>
            <p:ph idx="7" type="title"/>
          </p:nvPr>
        </p:nvSpPr>
        <p:spPr>
          <a:xfrm>
            <a:off x="1004700" y="3195199"/>
            <a:ext cx="176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8" name="Google Shape;328;p29"/>
          <p:cNvSpPr txBox="1"/>
          <p:nvPr>
            <p:ph idx="8" type="title"/>
          </p:nvPr>
        </p:nvSpPr>
        <p:spPr>
          <a:xfrm>
            <a:off x="3688500" y="3195199"/>
            <a:ext cx="176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9" type="title"/>
          </p:nvPr>
        </p:nvSpPr>
        <p:spPr>
          <a:xfrm>
            <a:off x="6372300" y="3195199"/>
            <a:ext cx="176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3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grpSp>
        <p:nvGrpSpPr>
          <p:cNvPr id="330" name="Google Shape;330;p29"/>
          <p:cNvGrpSpPr/>
          <p:nvPr/>
        </p:nvGrpSpPr>
        <p:grpSpPr>
          <a:xfrm flipH="1" rot="10800000">
            <a:off x="8424007" y="311965"/>
            <a:ext cx="491746" cy="712715"/>
            <a:chOff x="2843025" y="2550400"/>
            <a:chExt cx="269775" cy="391000"/>
          </a:xfrm>
        </p:grpSpPr>
        <p:sp>
          <p:nvSpPr>
            <p:cNvPr id="331" name="Google Shape;331;p29"/>
            <p:cNvSpPr/>
            <p:nvPr/>
          </p:nvSpPr>
          <p:spPr>
            <a:xfrm>
              <a:off x="2843025" y="2550425"/>
              <a:ext cx="259150" cy="202300"/>
            </a:xfrm>
            <a:custGeom>
              <a:rect b="b" l="l" r="r" t="t"/>
              <a:pathLst>
                <a:path extrusionOk="0" h="8092" w="10366">
                  <a:moveTo>
                    <a:pt x="8320" y="1"/>
                  </a:moveTo>
                  <a:cubicBezTo>
                    <a:pt x="7956" y="1"/>
                    <a:pt x="7587" y="110"/>
                    <a:pt x="7265" y="337"/>
                  </a:cubicBezTo>
                  <a:lnTo>
                    <a:pt x="1004" y="4836"/>
                  </a:lnTo>
                  <a:cubicBezTo>
                    <a:pt x="183" y="5413"/>
                    <a:pt x="0" y="6538"/>
                    <a:pt x="578" y="7358"/>
                  </a:cubicBezTo>
                  <a:cubicBezTo>
                    <a:pt x="927" y="7836"/>
                    <a:pt x="1487" y="8092"/>
                    <a:pt x="2050" y="8092"/>
                  </a:cubicBezTo>
                  <a:cubicBezTo>
                    <a:pt x="2418" y="8092"/>
                    <a:pt x="2788" y="7982"/>
                    <a:pt x="3101" y="7754"/>
                  </a:cubicBezTo>
                  <a:lnTo>
                    <a:pt x="9362" y="3255"/>
                  </a:lnTo>
                  <a:cubicBezTo>
                    <a:pt x="10183" y="2678"/>
                    <a:pt x="10365" y="1553"/>
                    <a:pt x="9788" y="763"/>
                  </a:cubicBezTo>
                  <a:cubicBezTo>
                    <a:pt x="9437" y="264"/>
                    <a:pt x="8884" y="1"/>
                    <a:pt x="83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2943325" y="2550400"/>
              <a:ext cx="158850" cy="139925"/>
            </a:xfrm>
            <a:custGeom>
              <a:rect b="b" l="l" r="r" t="t"/>
              <a:pathLst>
                <a:path extrusionOk="0" h="5597" w="6354">
                  <a:moveTo>
                    <a:pt x="4317" y="0"/>
                  </a:moveTo>
                  <a:cubicBezTo>
                    <a:pt x="3950" y="0"/>
                    <a:pt x="3578" y="110"/>
                    <a:pt x="3253" y="338"/>
                  </a:cubicBezTo>
                  <a:lnTo>
                    <a:pt x="1" y="2679"/>
                  </a:lnTo>
                  <a:lnTo>
                    <a:pt x="2128" y="5596"/>
                  </a:lnTo>
                  <a:lnTo>
                    <a:pt x="5350" y="3256"/>
                  </a:lnTo>
                  <a:cubicBezTo>
                    <a:pt x="6171" y="2679"/>
                    <a:pt x="6353" y="1554"/>
                    <a:pt x="5776" y="733"/>
                  </a:cubicBezTo>
                  <a:cubicBezTo>
                    <a:pt x="5427" y="256"/>
                    <a:pt x="4878" y="0"/>
                    <a:pt x="43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2965375" y="2808075"/>
              <a:ext cx="147425" cy="133325"/>
            </a:xfrm>
            <a:custGeom>
              <a:rect b="b" l="l" r="r" t="t"/>
              <a:pathLst>
                <a:path extrusionOk="0" h="5333" w="5897">
                  <a:moveTo>
                    <a:pt x="2961" y="0"/>
                  </a:moveTo>
                  <a:cubicBezTo>
                    <a:pt x="2301" y="0"/>
                    <a:pt x="1641" y="244"/>
                    <a:pt x="1125" y="730"/>
                  </a:cubicBezTo>
                  <a:cubicBezTo>
                    <a:pt x="61" y="1764"/>
                    <a:pt x="0" y="3435"/>
                    <a:pt x="1034" y="4499"/>
                  </a:cubicBezTo>
                  <a:cubicBezTo>
                    <a:pt x="1553" y="5051"/>
                    <a:pt x="2261" y="5332"/>
                    <a:pt x="2970" y="5332"/>
                  </a:cubicBezTo>
                  <a:cubicBezTo>
                    <a:pt x="3629" y="5332"/>
                    <a:pt x="4290" y="5089"/>
                    <a:pt x="4803" y="4591"/>
                  </a:cubicBezTo>
                  <a:cubicBezTo>
                    <a:pt x="5867" y="3587"/>
                    <a:pt x="5897" y="1885"/>
                    <a:pt x="4894" y="821"/>
                  </a:cubicBezTo>
                  <a:cubicBezTo>
                    <a:pt x="4362" y="274"/>
                    <a:pt x="3661" y="0"/>
                    <a:pt x="2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2998800" y="2834100"/>
              <a:ext cx="76775" cy="80000"/>
            </a:xfrm>
            <a:custGeom>
              <a:rect b="b" l="l" r="r" t="t"/>
              <a:pathLst>
                <a:path extrusionOk="0" h="3200" w="3071">
                  <a:moveTo>
                    <a:pt x="122" y="1"/>
                  </a:moveTo>
                  <a:cubicBezTo>
                    <a:pt x="92" y="1"/>
                    <a:pt x="61" y="8"/>
                    <a:pt x="31" y="24"/>
                  </a:cubicBezTo>
                  <a:cubicBezTo>
                    <a:pt x="1" y="84"/>
                    <a:pt x="1" y="145"/>
                    <a:pt x="31" y="206"/>
                  </a:cubicBezTo>
                  <a:lnTo>
                    <a:pt x="2858" y="3154"/>
                  </a:lnTo>
                  <a:cubicBezTo>
                    <a:pt x="2888" y="3185"/>
                    <a:pt x="2919" y="3200"/>
                    <a:pt x="2949" y="3200"/>
                  </a:cubicBezTo>
                  <a:cubicBezTo>
                    <a:pt x="2979" y="3200"/>
                    <a:pt x="3010" y="3185"/>
                    <a:pt x="3040" y="3154"/>
                  </a:cubicBezTo>
                  <a:cubicBezTo>
                    <a:pt x="3071" y="3124"/>
                    <a:pt x="3071" y="3033"/>
                    <a:pt x="3040" y="3002"/>
                  </a:cubicBezTo>
                  <a:lnTo>
                    <a:pt x="213" y="24"/>
                  </a:lnTo>
                  <a:cubicBezTo>
                    <a:pt x="183" y="8"/>
                    <a:pt x="153" y="1"/>
                    <a:pt x="12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29"/>
          <p:cNvGrpSpPr/>
          <p:nvPr/>
        </p:nvGrpSpPr>
        <p:grpSpPr>
          <a:xfrm flipH="1" rot="9133330">
            <a:off x="137960" y="356467"/>
            <a:ext cx="910277" cy="817130"/>
            <a:chOff x="2460673" y="2663163"/>
            <a:chExt cx="530552" cy="476262"/>
          </a:xfrm>
        </p:grpSpPr>
        <p:sp>
          <p:nvSpPr>
            <p:cNvPr id="336" name="Google Shape;336;p29"/>
            <p:cNvSpPr/>
            <p:nvPr/>
          </p:nvSpPr>
          <p:spPr>
            <a:xfrm>
              <a:off x="2708525" y="3048975"/>
              <a:ext cx="282700" cy="90450"/>
            </a:xfrm>
            <a:custGeom>
              <a:rect b="b" l="l" r="r" t="t"/>
              <a:pathLst>
                <a:path extrusionOk="0" h="3618" w="11308">
                  <a:moveTo>
                    <a:pt x="1794" y="0"/>
                  </a:moveTo>
                  <a:cubicBezTo>
                    <a:pt x="791" y="0"/>
                    <a:pt x="0" y="821"/>
                    <a:pt x="0" y="1794"/>
                  </a:cubicBezTo>
                  <a:cubicBezTo>
                    <a:pt x="0" y="2797"/>
                    <a:pt x="791" y="3617"/>
                    <a:pt x="1794" y="3617"/>
                  </a:cubicBezTo>
                  <a:lnTo>
                    <a:pt x="9514" y="3617"/>
                  </a:lnTo>
                  <a:cubicBezTo>
                    <a:pt x="10487" y="3617"/>
                    <a:pt x="11308" y="2797"/>
                    <a:pt x="11308" y="1794"/>
                  </a:cubicBezTo>
                  <a:cubicBezTo>
                    <a:pt x="11308" y="821"/>
                    <a:pt x="10487" y="0"/>
                    <a:pt x="9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9"/>
            <p:cNvSpPr/>
            <p:nvPr/>
          </p:nvSpPr>
          <p:spPr>
            <a:xfrm>
              <a:off x="2846075" y="3048975"/>
              <a:ext cx="145150" cy="90450"/>
            </a:xfrm>
            <a:custGeom>
              <a:rect b="b" l="l" r="r" t="t"/>
              <a:pathLst>
                <a:path extrusionOk="0" h="3618" w="5806">
                  <a:moveTo>
                    <a:pt x="0" y="0"/>
                  </a:moveTo>
                  <a:lnTo>
                    <a:pt x="0" y="3617"/>
                  </a:lnTo>
                  <a:lnTo>
                    <a:pt x="4012" y="3617"/>
                  </a:lnTo>
                  <a:cubicBezTo>
                    <a:pt x="4985" y="3617"/>
                    <a:pt x="5806" y="2797"/>
                    <a:pt x="5806" y="1794"/>
                  </a:cubicBezTo>
                  <a:cubicBezTo>
                    <a:pt x="5806" y="821"/>
                    <a:pt x="4985" y="0"/>
                    <a:pt x="40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9"/>
            <p:cNvSpPr/>
            <p:nvPr/>
          </p:nvSpPr>
          <p:spPr>
            <a:xfrm>
              <a:off x="2460673" y="2663163"/>
              <a:ext cx="149725" cy="133000"/>
            </a:xfrm>
            <a:custGeom>
              <a:rect b="b" l="l" r="r" t="t"/>
              <a:pathLst>
                <a:path extrusionOk="0" h="5320" w="5989">
                  <a:moveTo>
                    <a:pt x="2997" y="1"/>
                  </a:moveTo>
                  <a:cubicBezTo>
                    <a:pt x="2410" y="1"/>
                    <a:pt x="1823" y="198"/>
                    <a:pt x="1338" y="605"/>
                  </a:cubicBezTo>
                  <a:cubicBezTo>
                    <a:pt x="183" y="1516"/>
                    <a:pt x="1" y="3188"/>
                    <a:pt x="912" y="4343"/>
                  </a:cubicBezTo>
                  <a:cubicBezTo>
                    <a:pt x="1450" y="4985"/>
                    <a:pt x="2225" y="5320"/>
                    <a:pt x="3006" y="5320"/>
                  </a:cubicBezTo>
                  <a:cubicBezTo>
                    <a:pt x="3594" y="5320"/>
                    <a:pt x="4185" y="5130"/>
                    <a:pt x="4682" y="4738"/>
                  </a:cubicBezTo>
                  <a:cubicBezTo>
                    <a:pt x="5806" y="3827"/>
                    <a:pt x="5989" y="2155"/>
                    <a:pt x="5077" y="1000"/>
                  </a:cubicBezTo>
                  <a:cubicBezTo>
                    <a:pt x="4541" y="343"/>
                    <a:pt x="3770" y="1"/>
                    <a:pt x="29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2491823" y="2696763"/>
              <a:ext cx="85900" cy="70175"/>
            </a:xfrm>
            <a:custGeom>
              <a:rect b="b" l="l" r="r" t="t"/>
              <a:pathLst>
                <a:path extrusionOk="0" h="2807" w="3436">
                  <a:moveTo>
                    <a:pt x="3298" y="1"/>
                  </a:moveTo>
                  <a:cubicBezTo>
                    <a:pt x="3273" y="1"/>
                    <a:pt x="3248" y="8"/>
                    <a:pt x="3223" y="20"/>
                  </a:cubicBezTo>
                  <a:lnTo>
                    <a:pt x="31" y="2604"/>
                  </a:lnTo>
                  <a:cubicBezTo>
                    <a:pt x="1" y="2634"/>
                    <a:pt x="1" y="2726"/>
                    <a:pt x="31" y="2756"/>
                  </a:cubicBezTo>
                  <a:cubicBezTo>
                    <a:pt x="49" y="2792"/>
                    <a:pt x="88" y="2806"/>
                    <a:pt x="123" y="2806"/>
                  </a:cubicBezTo>
                  <a:cubicBezTo>
                    <a:pt x="148" y="2806"/>
                    <a:pt x="171" y="2799"/>
                    <a:pt x="183" y="2786"/>
                  </a:cubicBezTo>
                  <a:lnTo>
                    <a:pt x="3375" y="203"/>
                  </a:lnTo>
                  <a:cubicBezTo>
                    <a:pt x="3436" y="172"/>
                    <a:pt x="3436" y="112"/>
                    <a:pt x="3405" y="51"/>
                  </a:cubicBezTo>
                  <a:cubicBezTo>
                    <a:pt x="3370" y="15"/>
                    <a:pt x="3334" y="1"/>
                    <a:pt x="329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2707775" y="2824650"/>
              <a:ext cx="147425" cy="133000"/>
            </a:xfrm>
            <a:custGeom>
              <a:rect b="b" l="l" r="r" t="t"/>
              <a:pathLst>
                <a:path extrusionOk="0" h="5320" w="5897">
                  <a:moveTo>
                    <a:pt x="2988" y="1"/>
                  </a:moveTo>
                  <a:cubicBezTo>
                    <a:pt x="2755" y="1"/>
                    <a:pt x="2517" y="32"/>
                    <a:pt x="2280" y="98"/>
                  </a:cubicBezTo>
                  <a:cubicBezTo>
                    <a:pt x="851" y="462"/>
                    <a:pt x="0" y="1921"/>
                    <a:pt x="395" y="3350"/>
                  </a:cubicBezTo>
                  <a:cubicBezTo>
                    <a:pt x="703" y="4529"/>
                    <a:pt x="1788" y="5319"/>
                    <a:pt x="2978" y="5319"/>
                  </a:cubicBezTo>
                  <a:cubicBezTo>
                    <a:pt x="3199" y="5319"/>
                    <a:pt x="3424" y="5292"/>
                    <a:pt x="3648" y="5235"/>
                  </a:cubicBezTo>
                  <a:cubicBezTo>
                    <a:pt x="5046" y="4870"/>
                    <a:pt x="5897" y="3411"/>
                    <a:pt x="5532" y="1982"/>
                  </a:cubicBezTo>
                  <a:cubicBezTo>
                    <a:pt x="5228" y="791"/>
                    <a:pt x="4162" y="1"/>
                    <a:pt x="29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2767025" y="2840450"/>
              <a:ext cx="32700" cy="104725"/>
            </a:xfrm>
            <a:custGeom>
              <a:rect b="b" l="l" r="r" t="t"/>
              <a:pathLst>
                <a:path extrusionOk="0" h="4189" w="1308">
                  <a:moveTo>
                    <a:pt x="140" y="1"/>
                  </a:moveTo>
                  <a:cubicBezTo>
                    <a:pt x="125" y="1"/>
                    <a:pt x="108" y="5"/>
                    <a:pt x="92" y="13"/>
                  </a:cubicBezTo>
                  <a:cubicBezTo>
                    <a:pt x="31" y="13"/>
                    <a:pt x="1" y="74"/>
                    <a:pt x="1" y="134"/>
                  </a:cubicBezTo>
                  <a:lnTo>
                    <a:pt x="1065" y="4116"/>
                  </a:lnTo>
                  <a:cubicBezTo>
                    <a:pt x="1065" y="4161"/>
                    <a:pt x="1097" y="4189"/>
                    <a:pt x="1139" y="4189"/>
                  </a:cubicBezTo>
                  <a:cubicBezTo>
                    <a:pt x="1154" y="4189"/>
                    <a:pt x="1170" y="4185"/>
                    <a:pt x="1186" y="4177"/>
                  </a:cubicBezTo>
                  <a:cubicBezTo>
                    <a:pt x="1247" y="4177"/>
                    <a:pt x="1308" y="4116"/>
                    <a:pt x="1278" y="4055"/>
                  </a:cubicBezTo>
                  <a:lnTo>
                    <a:pt x="244" y="74"/>
                  </a:lnTo>
                  <a:cubicBezTo>
                    <a:pt x="222" y="29"/>
                    <a:pt x="183" y="1"/>
                    <a:pt x="14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44" name="Google Shape;344;p30"/>
          <p:cNvCxnSpPr/>
          <p:nvPr/>
        </p:nvCxnSpPr>
        <p:spPr>
          <a:xfrm>
            <a:off x="-81900" y="4603504"/>
            <a:ext cx="566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5" name="Google Shape;345;p30"/>
          <p:cNvGrpSpPr/>
          <p:nvPr/>
        </p:nvGrpSpPr>
        <p:grpSpPr>
          <a:xfrm flipH="1" rot="1739526">
            <a:off x="7937014" y="541975"/>
            <a:ext cx="278055" cy="243096"/>
            <a:chOff x="3948000" y="3024575"/>
            <a:chExt cx="145950" cy="127600"/>
          </a:xfrm>
        </p:grpSpPr>
        <p:sp>
          <p:nvSpPr>
            <p:cNvPr id="346" name="Google Shape;346;p30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30"/>
          <p:cNvGrpSpPr/>
          <p:nvPr/>
        </p:nvGrpSpPr>
        <p:grpSpPr>
          <a:xfrm flipH="1" rot="1739526">
            <a:off x="8099194" y="219140"/>
            <a:ext cx="471903" cy="305251"/>
            <a:chOff x="4289900" y="2977375"/>
            <a:chExt cx="247700" cy="160225"/>
          </a:xfrm>
        </p:grpSpPr>
        <p:sp>
          <p:nvSpPr>
            <p:cNvPr id="349" name="Google Shape;349;p30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30"/>
          <p:cNvGrpSpPr/>
          <p:nvPr/>
        </p:nvGrpSpPr>
        <p:grpSpPr>
          <a:xfrm flipH="1" rot="1739526">
            <a:off x="8556540" y="838648"/>
            <a:ext cx="395650" cy="400746"/>
            <a:chOff x="3510175" y="2983025"/>
            <a:chExt cx="207675" cy="210350"/>
          </a:xfrm>
        </p:grpSpPr>
        <p:sp>
          <p:nvSpPr>
            <p:cNvPr id="352" name="Google Shape;352;p30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30"/>
          <p:cNvGrpSpPr/>
          <p:nvPr/>
        </p:nvGrpSpPr>
        <p:grpSpPr>
          <a:xfrm rot="303547">
            <a:off x="248601" y="303856"/>
            <a:ext cx="814796" cy="472302"/>
            <a:chOff x="1260175" y="3462925"/>
            <a:chExt cx="257625" cy="149325"/>
          </a:xfrm>
        </p:grpSpPr>
        <p:sp>
          <p:nvSpPr>
            <p:cNvPr id="355" name="Google Shape;355;p30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7_1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3" name="Google Shape;363;p31"/>
          <p:cNvCxnSpPr/>
          <p:nvPr/>
        </p:nvCxnSpPr>
        <p:spPr>
          <a:xfrm>
            <a:off x="0" y="540000"/>
            <a:ext cx="255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31"/>
          <p:cNvCxnSpPr/>
          <p:nvPr/>
        </p:nvCxnSpPr>
        <p:spPr>
          <a:xfrm>
            <a:off x="7286625" y="4603500"/>
            <a:ext cx="255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5" name="Google Shape;365;p31"/>
          <p:cNvGrpSpPr/>
          <p:nvPr/>
        </p:nvGrpSpPr>
        <p:grpSpPr>
          <a:xfrm flipH="1" rot="1739509">
            <a:off x="245512" y="4104006"/>
            <a:ext cx="303984" cy="265765"/>
            <a:chOff x="3948000" y="3024575"/>
            <a:chExt cx="145950" cy="127600"/>
          </a:xfrm>
        </p:grpSpPr>
        <p:sp>
          <p:nvSpPr>
            <p:cNvPr id="366" name="Google Shape;366;p31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31"/>
          <p:cNvGrpSpPr/>
          <p:nvPr/>
        </p:nvGrpSpPr>
        <p:grpSpPr>
          <a:xfrm rot="-8340877">
            <a:off x="109803" y="4571426"/>
            <a:ext cx="416402" cy="364528"/>
            <a:chOff x="5579350" y="4988075"/>
            <a:chExt cx="262600" cy="229875"/>
          </a:xfrm>
        </p:grpSpPr>
        <p:sp>
          <p:nvSpPr>
            <p:cNvPr id="369" name="Google Shape;369;p31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31"/>
          <p:cNvGrpSpPr/>
          <p:nvPr/>
        </p:nvGrpSpPr>
        <p:grpSpPr>
          <a:xfrm flipH="1" rot="4939335">
            <a:off x="647342" y="4791263"/>
            <a:ext cx="238696" cy="208685"/>
            <a:chOff x="3948000" y="3024575"/>
            <a:chExt cx="145950" cy="127600"/>
          </a:xfrm>
        </p:grpSpPr>
        <p:sp>
          <p:nvSpPr>
            <p:cNvPr id="372" name="Google Shape;372;p31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31"/>
          <p:cNvGrpSpPr/>
          <p:nvPr/>
        </p:nvGrpSpPr>
        <p:grpSpPr>
          <a:xfrm rot="7683285">
            <a:off x="8144706" y="407827"/>
            <a:ext cx="339631" cy="304310"/>
            <a:chOff x="5918300" y="4988050"/>
            <a:chExt cx="256875" cy="230150"/>
          </a:xfrm>
        </p:grpSpPr>
        <p:sp>
          <p:nvSpPr>
            <p:cNvPr id="375" name="Google Shape;375;p31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31"/>
          <p:cNvGrpSpPr/>
          <p:nvPr/>
        </p:nvGrpSpPr>
        <p:grpSpPr>
          <a:xfrm flipH="1" rot="4939335">
            <a:off x="8538992" y="777063"/>
            <a:ext cx="238696" cy="208685"/>
            <a:chOff x="3948000" y="3024575"/>
            <a:chExt cx="145950" cy="127600"/>
          </a:xfrm>
        </p:grpSpPr>
        <p:sp>
          <p:nvSpPr>
            <p:cNvPr id="378" name="Google Shape;378;p31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31"/>
          <p:cNvGrpSpPr/>
          <p:nvPr/>
        </p:nvGrpSpPr>
        <p:grpSpPr>
          <a:xfrm rot="7683379">
            <a:off x="8554960" y="277682"/>
            <a:ext cx="394431" cy="345263"/>
            <a:chOff x="5579350" y="4988075"/>
            <a:chExt cx="262600" cy="229875"/>
          </a:xfrm>
        </p:grpSpPr>
        <p:sp>
          <p:nvSpPr>
            <p:cNvPr id="381" name="Google Shape;381;p31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1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7_1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5" name="Google Shape;385;p32"/>
          <p:cNvGrpSpPr/>
          <p:nvPr/>
        </p:nvGrpSpPr>
        <p:grpSpPr>
          <a:xfrm rot="7683379">
            <a:off x="8554960" y="277682"/>
            <a:ext cx="394431" cy="345263"/>
            <a:chOff x="5579350" y="4988075"/>
            <a:chExt cx="262600" cy="229875"/>
          </a:xfrm>
        </p:grpSpPr>
        <p:sp>
          <p:nvSpPr>
            <p:cNvPr id="386" name="Google Shape;386;p32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32"/>
          <p:cNvGrpSpPr/>
          <p:nvPr/>
        </p:nvGrpSpPr>
        <p:grpSpPr>
          <a:xfrm rot="7683285">
            <a:off x="8144706" y="407827"/>
            <a:ext cx="339631" cy="304310"/>
            <a:chOff x="5918300" y="4988050"/>
            <a:chExt cx="256875" cy="230150"/>
          </a:xfrm>
        </p:grpSpPr>
        <p:sp>
          <p:nvSpPr>
            <p:cNvPr id="389" name="Google Shape;389;p32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32"/>
          <p:cNvGrpSpPr/>
          <p:nvPr/>
        </p:nvGrpSpPr>
        <p:grpSpPr>
          <a:xfrm rot="3860887">
            <a:off x="8529390" y="886554"/>
            <a:ext cx="292654" cy="262217"/>
            <a:chOff x="5918300" y="4988050"/>
            <a:chExt cx="256875" cy="230150"/>
          </a:xfrm>
        </p:grpSpPr>
        <p:sp>
          <p:nvSpPr>
            <p:cNvPr id="392" name="Google Shape;392;p32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/>
          <p:nvPr>
            <p:ph type="ctrTitle"/>
          </p:nvPr>
        </p:nvSpPr>
        <p:spPr>
          <a:xfrm>
            <a:off x="3433033" y="669825"/>
            <a:ext cx="49974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6" name="Google Shape;396;p33"/>
          <p:cNvSpPr txBox="1"/>
          <p:nvPr>
            <p:ph idx="1" type="subTitle"/>
          </p:nvPr>
        </p:nvSpPr>
        <p:spPr>
          <a:xfrm>
            <a:off x="3465350" y="1704550"/>
            <a:ext cx="49458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7" name="Google Shape;397;p33"/>
          <p:cNvSpPr txBox="1"/>
          <p:nvPr/>
        </p:nvSpPr>
        <p:spPr>
          <a:xfrm>
            <a:off x="3473625" y="4214734"/>
            <a:ext cx="49458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CRÉDITOS</a:t>
            </a:r>
            <a:r>
              <a:rPr b="0" i="0" lang="es" sz="9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Esta plantilla de presentación fue creada por </a:t>
            </a:r>
            <a:r>
              <a:rPr b="1" i="0" lang="es" sz="9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Slidesgo</a:t>
            </a:r>
            <a:r>
              <a:rPr b="0" i="0" lang="es" sz="9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que incluye iconos de </a:t>
            </a:r>
            <a:r>
              <a:rPr b="1" i="0" lang="es" sz="9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Flaticon</a:t>
            </a:r>
            <a:r>
              <a:rPr b="0" i="0" lang="es" sz="9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 infografías y imágenes de </a:t>
            </a:r>
            <a:r>
              <a:rPr b="1" i="0" lang="es" sz="9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Freepik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3"/>
          <p:cNvSpPr txBox="1"/>
          <p:nvPr>
            <p:ph idx="2" type="subTitle"/>
          </p:nvPr>
        </p:nvSpPr>
        <p:spPr>
          <a:xfrm>
            <a:off x="3465250" y="3762175"/>
            <a:ext cx="49458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9" name="Google Shape;399;p33"/>
          <p:cNvCxnSpPr/>
          <p:nvPr/>
        </p:nvCxnSpPr>
        <p:spPr>
          <a:xfrm>
            <a:off x="0" y="539462"/>
            <a:ext cx="3938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2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Google Shape;401;p34"/>
          <p:cNvCxnSpPr/>
          <p:nvPr/>
        </p:nvCxnSpPr>
        <p:spPr>
          <a:xfrm>
            <a:off x="0" y="540000"/>
            <a:ext cx="255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34"/>
          <p:cNvCxnSpPr/>
          <p:nvPr/>
        </p:nvCxnSpPr>
        <p:spPr>
          <a:xfrm>
            <a:off x="7286625" y="4603500"/>
            <a:ext cx="255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3" name="Google Shape;403;p34"/>
          <p:cNvGrpSpPr/>
          <p:nvPr/>
        </p:nvGrpSpPr>
        <p:grpSpPr>
          <a:xfrm rot="-8340683">
            <a:off x="460250" y="4066459"/>
            <a:ext cx="358578" cy="321257"/>
            <a:chOff x="5918300" y="4988050"/>
            <a:chExt cx="256875" cy="230150"/>
          </a:xfrm>
        </p:grpSpPr>
        <p:sp>
          <p:nvSpPr>
            <p:cNvPr id="404" name="Google Shape;404;p34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4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34"/>
          <p:cNvGrpSpPr/>
          <p:nvPr/>
        </p:nvGrpSpPr>
        <p:grpSpPr>
          <a:xfrm rot="7683379">
            <a:off x="8554960" y="101832"/>
            <a:ext cx="394431" cy="345263"/>
            <a:chOff x="5579350" y="4988075"/>
            <a:chExt cx="262600" cy="229875"/>
          </a:xfrm>
        </p:grpSpPr>
        <p:sp>
          <p:nvSpPr>
            <p:cNvPr id="407" name="Google Shape;407;p34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" name="Google Shape;409;p34"/>
          <p:cNvGrpSpPr/>
          <p:nvPr/>
        </p:nvGrpSpPr>
        <p:grpSpPr>
          <a:xfrm rot="7683285">
            <a:off x="8144706" y="231977"/>
            <a:ext cx="339631" cy="304310"/>
            <a:chOff x="5918300" y="4988050"/>
            <a:chExt cx="256875" cy="230150"/>
          </a:xfrm>
        </p:grpSpPr>
        <p:sp>
          <p:nvSpPr>
            <p:cNvPr id="410" name="Google Shape;410;p34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4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2" name="Google Shape;412;p34"/>
          <p:cNvGrpSpPr/>
          <p:nvPr/>
        </p:nvGrpSpPr>
        <p:grpSpPr>
          <a:xfrm rot="3860887">
            <a:off x="8529390" y="710704"/>
            <a:ext cx="292654" cy="262217"/>
            <a:chOff x="5918300" y="4988050"/>
            <a:chExt cx="256875" cy="230150"/>
          </a:xfrm>
        </p:grpSpPr>
        <p:sp>
          <p:nvSpPr>
            <p:cNvPr id="413" name="Google Shape;413;p34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4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5" name="Google Shape;415;p34"/>
          <p:cNvGrpSpPr/>
          <p:nvPr/>
        </p:nvGrpSpPr>
        <p:grpSpPr>
          <a:xfrm rot="-8340877">
            <a:off x="109803" y="4571426"/>
            <a:ext cx="416402" cy="364528"/>
            <a:chOff x="5579350" y="4988075"/>
            <a:chExt cx="262600" cy="229875"/>
          </a:xfrm>
        </p:grpSpPr>
        <p:sp>
          <p:nvSpPr>
            <p:cNvPr id="416" name="Google Shape;416;p34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35"/>
          <p:cNvCxnSpPr/>
          <p:nvPr/>
        </p:nvCxnSpPr>
        <p:spPr>
          <a:xfrm>
            <a:off x="1877275" y="4603500"/>
            <a:ext cx="7966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0" name="Google Shape;420;p35"/>
          <p:cNvGrpSpPr/>
          <p:nvPr/>
        </p:nvGrpSpPr>
        <p:grpSpPr>
          <a:xfrm rot="-8340683">
            <a:off x="641500" y="178659"/>
            <a:ext cx="358578" cy="321257"/>
            <a:chOff x="5918300" y="4988050"/>
            <a:chExt cx="256875" cy="230150"/>
          </a:xfrm>
        </p:grpSpPr>
        <p:sp>
          <p:nvSpPr>
            <p:cNvPr id="421" name="Google Shape;421;p35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5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35"/>
          <p:cNvGrpSpPr/>
          <p:nvPr/>
        </p:nvGrpSpPr>
        <p:grpSpPr>
          <a:xfrm rot="-8340877">
            <a:off x="291053" y="683626"/>
            <a:ext cx="416402" cy="364528"/>
            <a:chOff x="5579350" y="4988075"/>
            <a:chExt cx="262600" cy="229875"/>
          </a:xfrm>
        </p:grpSpPr>
        <p:sp>
          <p:nvSpPr>
            <p:cNvPr id="424" name="Google Shape;424;p35"/>
            <p:cNvSpPr/>
            <p:nvPr/>
          </p:nvSpPr>
          <p:spPr>
            <a:xfrm>
              <a:off x="5579350" y="4988075"/>
              <a:ext cx="262600" cy="229875"/>
            </a:xfrm>
            <a:custGeom>
              <a:rect b="b" l="l" r="r" t="t"/>
              <a:pathLst>
                <a:path extrusionOk="0" h="9195" w="10504">
                  <a:moveTo>
                    <a:pt x="5254" y="0"/>
                  </a:moveTo>
                  <a:cubicBezTo>
                    <a:pt x="3676" y="0"/>
                    <a:pt x="2141" y="818"/>
                    <a:pt x="1276" y="2269"/>
                  </a:cubicBezTo>
                  <a:cubicBezTo>
                    <a:pt x="0" y="4466"/>
                    <a:pt x="732" y="7291"/>
                    <a:pt x="2909" y="8567"/>
                  </a:cubicBezTo>
                  <a:cubicBezTo>
                    <a:pt x="3641" y="8993"/>
                    <a:pt x="4443" y="9195"/>
                    <a:pt x="5234" y="9195"/>
                  </a:cubicBezTo>
                  <a:cubicBezTo>
                    <a:pt x="6817" y="9195"/>
                    <a:pt x="8356" y="8386"/>
                    <a:pt x="9207" y="6935"/>
                  </a:cubicBezTo>
                  <a:cubicBezTo>
                    <a:pt x="10504" y="4738"/>
                    <a:pt x="9771" y="1913"/>
                    <a:pt x="7574" y="637"/>
                  </a:cubicBezTo>
                  <a:cubicBezTo>
                    <a:pt x="6842" y="205"/>
                    <a:pt x="6042" y="0"/>
                    <a:pt x="5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563322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2_1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Google Shape;427;p36"/>
          <p:cNvCxnSpPr/>
          <p:nvPr/>
        </p:nvCxnSpPr>
        <p:spPr>
          <a:xfrm>
            <a:off x="0" y="540000"/>
            <a:ext cx="7966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8" name="Google Shape;428;p36"/>
          <p:cNvGrpSpPr/>
          <p:nvPr/>
        </p:nvGrpSpPr>
        <p:grpSpPr>
          <a:xfrm flipH="1" rot="-9060487">
            <a:off x="903145" y="4432139"/>
            <a:ext cx="261586" cy="228697"/>
            <a:chOff x="3948000" y="3024575"/>
            <a:chExt cx="145950" cy="127600"/>
          </a:xfrm>
        </p:grpSpPr>
        <p:sp>
          <p:nvSpPr>
            <p:cNvPr id="429" name="Google Shape;429;p36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 flipH="1" rot="-9060487">
            <a:off x="568209" y="4677378"/>
            <a:ext cx="443952" cy="287171"/>
            <a:chOff x="4289900" y="2977375"/>
            <a:chExt cx="247700" cy="160225"/>
          </a:xfrm>
        </p:grpSpPr>
        <p:sp>
          <p:nvSpPr>
            <p:cNvPr id="432" name="Google Shape;432;p36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 flipH="1" rot="-9060487">
            <a:off x="209683" y="4004729"/>
            <a:ext cx="372215" cy="377009"/>
            <a:chOff x="3510175" y="2983025"/>
            <a:chExt cx="207675" cy="210350"/>
          </a:xfrm>
        </p:grpSpPr>
        <p:sp>
          <p:nvSpPr>
            <p:cNvPr id="435" name="Google Shape;435;p36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" name="Google Shape;437;p36"/>
          <p:cNvGrpSpPr/>
          <p:nvPr/>
        </p:nvGrpSpPr>
        <p:grpSpPr>
          <a:xfrm rot="-10496518">
            <a:off x="8275214" y="4593485"/>
            <a:ext cx="710359" cy="411739"/>
            <a:chOff x="1260175" y="3462925"/>
            <a:chExt cx="257625" cy="149325"/>
          </a:xfrm>
        </p:grpSpPr>
        <p:sp>
          <p:nvSpPr>
            <p:cNvPr id="438" name="Google Shape;438;p36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b="0" i="0" sz="28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37"/>
          <p:cNvGrpSpPr/>
          <p:nvPr/>
        </p:nvGrpSpPr>
        <p:grpSpPr>
          <a:xfrm rot="7683285">
            <a:off x="7562044" y="1561840"/>
            <a:ext cx="339631" cy="304310"/>
            <a:chOff x="5918300" y="4988050"/>
            <a:chExt cx="256875" cy="230150"/>
          </a:xfrm>
        </p:grpSpPr>
        <p:sp>
          <p:nvSpPr>
            <p:cNvPr id="449" name="Google Shape;449;p37"/>
            <p:cNvSpPr/>
            <p:nvPr/>
          </p:nvSpPr>
          <p:spPr>
            <a:xfrm>
              <a:off x="5918300" y="4988050"/>
              <a:ext cx="256875" cy="230150"/>
            </a:xfrm>
            <a:custGeom>
              <a:rect b="b" l="l" r="r" t="t"/>
              <a:pathLst>
                <a:path extrusionOk="0" h="9206" w="10275">
                  <a:moveTo>
                    <a:pt x="5125" y="1"/>
                  </a:moveTo>
                  <a:cubicBezTo>
                    <a:pt x="4682" y="1"/>
                    <a:pt x="4233" y="64"/>
                    <a:pt x="3788" y="199"/>
                  </a:cubicBezTo>
                  <a:cubicBezTo>
                    <a:pt x="1361" y="952"/>
                    <a:pt x="1" y="3526"/>
                    <a:pt x="733" y="5953"/>
                  </a:cubicBezTo>
                  <a:cubicBezTo>
                    <a:pt x="1348" y="7935"/>
                    <a:pt x="3178" y="9206"/>
                    <a:pt x="5150" y="9206"/>
                  </a:cubicBezTo>
                  <a:cubicBezTo>
                    <a:pt x="5593" y="9206"/>
                    <a:pt x="6042" y="9142"/>
                    <a:pt x="6487" y="9008"/>
                  </a:cubicBezTo>
                  <a:cubicBezTo>
                    <a:pt x="8914" y="8254"/>
                    <a:pt x="10274" y="5681"/>
                    <a:pt x="9542" y="3254"/>
                  </a:cubicBezTo>
                  <a:cubicBezTo>
                    <a:pt x="8927" y="1271"/>
                    <a:pt x="7097" y="1"/>
                    <a:pt x="5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7"/>
            <p:cNvSpPr/>
            <p:nvPr/>
          </p:nvSpPr>
          <p:spPr>
            <a:xfrm rot="5400000">
              <a:off x="5969375" y="4994075"/>
              <a:ext cx="154732" cy="217614"/>
            </a:xfrm>
            <a:custGeom>
              <a:rect b="b" l="l" r="r" t="t"/>
              <a:pathLst>
                <a:path extrusionOk="0" h="11174" w="7701">
                  <a:moveTo>
                    <a:pt x="5943" y="1"/>
                  </a:moveTo>
                  <a:lnTo>
                    <a:pt x="1" y="10128"/>
                  </a:lnTo>
                  <a:lnTo>
                    <a:pt x="1758" y="11174"/>
                  </a:lnTo>
                  <a:lnTo>
                    <a:pt x="7701" y="1047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1" name="Google Shape;451;p37"/>
          <p:cNvSpPr txBox="1"/>
          <p:nvPr>
            <p:ph type="ctrTitle"/>
          </p:nvPr>
        </p:nvSpPr>
        <p:spPr>
          <a:xfrm>
            <a:off x="664400" y="1714948"/>
            <a:ext cx="3852000" cy="17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MedSync</a:t>
            </a:r>
            <a:r>
              <a:rPr lang="es">
                <a:solidFill>
                  <a:schemeClr val="accent1"/>
                </a:solidFill>
              </a:rPr>
              <a:t>  </a:t>
            </a:r>
            <a:r>
              <a:rPr lang="es" sz="4700">
                <a:solidFill>
                  <a:schemeClr val="accent1"/>
                </a:solidFill>
              </a:rPr>
              <a:t>CLÍNICA MÉDICA</a:t>
            </a:r>
            <a:endParaRPr sz="4700">
              <a:solidFill>
                <a:schemeClr val="accent1"/>
              </a:solidFill>
            </a:endParaRPr>
          </a:p>
        </p:txBody>
      </p:sp>
      <p:grpSp>
        <p:nvGrpSpPr>
          <p:cNvPr id="452" name="Google Shape;452;p37"/>
          <p:cNvGrpSpPr/>
          <p:nvPr/>
        </p:nvGrpSpPr>
        <p:grpSpPr>
          <a:xfrm flipH="1" rot="1547987">
            <a:off x="7605308" y="862297"/>
            <a:ext cx="652732" cy="422221"/>
            <a:chOff x="4289900" y="2977375"/>
            <a:chExt cx="247700" cy="160225"/>
          </a:xfrm>
        </p:grpSpPr>
        <p:sp>
          <p:nvSpPr>
            <p:cNvPr id="453" name="Google Shape;453;p37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37"/>
          <p:cNvGrpSpPr/>
          <p:nvPr/>
        </p:nvGrpSpPr>
        <p:grpSpPr>
          <a:xfrm flipH="1">
            <a:off x="8132730" y="1436845"/>
            <a:ext cx="547244" cy="554293"/>
            <a:chOff x="3510175" y="2983025"/>
            <a:chExt cx="207675" cy="210350"/>
          </a:xfrm>
        </p:grpSpPr>
        <p:sp>
          <p:nvSpPr>
            <p:cNvPr id="456" name="Google Shape;456;p37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37"/>
          <p:cNvGrpSpPr/>
          <p:nvPr/>
        </p:nvGrpSpPr>
        <p:grpSpPr>
          <a:xfrm>
            <a:off x="4800620" y="854149"/>
            <a:ext cx="4185102" cy="4670636"/>
            <a:chOff x="4800620" y="854149"/>
            <a:chExt cx="4185102" cy="4670636"/>
          </a:xfrm>
        </p:grpSpPr>
        <p:sp>
          <p:nvSpPr>
            <p:cNvPr id="459" name="Google Shape;459;p37"/>
            <p:cNvSpPr/>
            <p:nvPr/>
          </p:nvSpPr>
          <p:spPr>
            <a:xfrm>
              <a:off x="5637013" y="4099288"/>
              <a:ext cx="871540" cy="1425497"/>
            </a:xfrm>
            <a:custGeom>
              <a:rect b="b" l="l" r="r" t="t"/>
              <a:pathLst>
                <a:path extrusionOk="0" h="48281" w="32095">
                  <a:moveTo>
                    <a:pt x="274" y="2195"/>
                  </a:moveTo>
                  <a:lnTo>
                    <a:pt x="0" y="48281"/>
                  </a:lnTo>
                  <a:lnTo>
                    <a:pt x="32095" y="48006"/>
                  </a:lnTo>
                  <a:lnTo>
                    <a:pt x="288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grpSp>
          <p:nvGrpSpPr>
            <p:cNvPr id="460" name="Google Shape;460;p37"/>
            <p:cNvGrpSpPr/>
            <p:nvPr/>
          </p:nvGrpSpPr>
          <p:grpSpPr>
            <a:xfrm>
              <a:off x="4800620" y="854149"/>
              <a:ext cx="4185102" cy="3690752"/>
              <a:chOff x="826575" y="1679575"/>
              <a:chExt cx="3225209" cy="2940200"/>
            </a:xfrm>
          </p:grpSpPr>
          <p:sp>
            <p:nvSpPr>
              <p:cNvPr id="461" name="Google Shape;461;p37"/>
              <p:cNvSpPr/>
              <p:nvPr/>
            </p:nvSpPr>
            <p:spPr>
              <a:xfrm rot="311016">
                <a:off x="1410564" y="3184402"/>
                <a:ext cx="702896" cy="171407"/>
              </a:xfrm>
              <a:custGeom>
                <a:rect b="b" l="l" r="r" t="t"/>
                <a:pathLst>
                  <a:path extrusionOk="0" h="6857" w="25504">
                    <a:moveTo>
                      <a:pt x="14069" y="0"/>
                    </a:moveTo>
                    <a:cubicBezTo>
                      <a:pt x="11247" y="0"/>
                      <a:pt x="8428" y="414"/>
                      <a:pt x="6299" y="1567"/>
                    </a:cubicBezTo>
                    <a:cubicBezTo>
                      <a:pt x="6299" y="1567"/>
                      <a:pt x="512" y="2234"/>
                      <a:pt x="262" y="4068"/>
                    </a:cubicBezTo>
                    <a:cubicBezTo>
                      <a:pt x="0" y="5913"/>
                      <a:pt x="5453" y="6735"/>
                      <a:pt x="12133" y="6854"/>
                    </a:cubicBezTo>
                    <a:cubicBezTo>
                      <a:pt x="12244" y="6856"/>
                      <a:pt x="12355" y="6857"/>
                      <a:pt x="12466" y="6857"/>
                    </a:cubicBezTo>
                    <a:cubicBezTo>
                      <a:pt x="19033" y="6857"/>
                      <a:pt x="25503" y="3443"/>
                      <a:pt x="25503" y="2401"/>
                    </a:cubicBezTo>
                    <a:cubicBezTo>
                      <a:pt x="25503" y="1699"/>
                      <a:pt x="19783" y="0"/>
                      <a:pt x="140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37"/>
              <p:cNvSpPr/>
              <p:nvPr/>
            </p:nvSpPr>
            <p:spPr>
              <a:xfrm>
                <a:off x="1356700" y="3576750"/>
                <a:ext cx="941225" cy="497125"/>
              </a:xfrm>
              <a:custGeom>
                <a:rect b="b" l="l" r="r" t="t"/>
                <a:pathLst>
                  <a:path extrusionOk="0" fill="none" h="19885" w="37649">
                    <a:moveTo>
                      <a:pt x="37648" y="19884"/>
                    </a:moveTo>
                    <a:cubicBezTo>
                      <a:pt x="37267" y="18587"/>
                      <a:pt x="36779" y="17324"/>
                      <a:pt x="36172" y="16110"/>
                    </a:cubicBezTo>
                    <a:cubicBezTo>
                      <a:pt x="33469" y="10657"/>
                      <a:pt x="29052" y="6121"/>
                      <a:pt x="23730" y="3859"/>
                    </a:cubicBezTo>
                    <a:cubicBezTo>
                      <a:pt x="14633" y="1"/>
                      <a:pt x="2906" y="3978"/>
                      <a:pt x="1" y="14693"/>
                    </a:cubicBezTo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accent1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7"/>
              <p:cNvSpPr/>
              <p:nvPr/>
            </p:nvSpPr>
            <p:spPr>
              <a:xfrm>
                <a:off x="1266525" y="1841725"/>
                <a:ext cx="1363275" cy="2722375"/>
              </a:xfrm>
              <a:custGeom>
                <a:rect b="b" l="l" r="r" t="t"/>
                <a:pathLst>
                  <a:path extrusionOk="0" h="108895" w="54531">
                    <a:moveTo>
                      <a:pt x="33207" y="1"/>
                    </a:moveTo>
                    <a:cubicBezTo>
                      <a:pt x="33207" y="1"/>
                      <a:pt x="30159" y="1965"/>
                      <a:pt x="30766" y="4703"/>
                    </a:cubicBezTo>
                    <a:cubicBezTo>
                      <a:pt x="31385" y="7430"/>
                      <a:pt x="39446" y="14907"/>
                      <a:pt x="43470" y="15824"/>
                    </a:cubicBezTo>
                    <a:lnTo>
                      <a:pt x="42041" y="23896"/>
                    </a:lnTo>
                    <a:lnTo>
                      <a:pt x="0" y="22980"/>
                    </a:lnTo>
                    <a:lnTo>
                      <a:pt x="0" y="22980"/>
                    </a:lnTo>
                    <a:cubicBezTo>
                      <a:pt x="0" y="22980"/>
                      <a:pt x="2441" y="37600"/>
                      <a:pt x="4572" y="41565"/>
                    </a:cubicBezTo>
                    <a:cubicBezTo>
                      <a:pt x="6703" y="45530"/>
                      <a:pt x="8525" y="51007"/>
                      <a:pt x="8525" y="51007"/>
                    </a:cubicBezTo>
                    <a:lnTo>
                      <a:pt x="8525" y="108895"/>
                    </a:lnTo>
                    <a:lnTo>
                      <a:pt x="32897" y="107371"/>
                    </a:lnTo>
                    <a:lnTo>
                      <a:pt x="31373" y="55579"/>
                    </a:lnTo>
                    <a:cubicBezTo>
                      <a:pt x="31373" y="55579"/>
                      <a:pt x="48125" y="38219"/>
                      <a:pt x="49352" y="36695"/>
                    </a:cubicBezTo>
                    <a:cubicBezTo>
                      <a:pt x="50578" y="35171"/>
                      <a:pt x="54531" y="9275"/>
                      <a:pt x="54531" y="9275"/>
                    </a:cubicBezTo>
                    <a:lnTo>
                      <a:pt x="332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7"/>
              <p:cNvSpPr/>
              <p:nvPr/>
            </p:nvSpPr>
            <p:spPr>
              <a:xfrm>
                <a:off x="1278125" y="2092050"/>
                <a:ext cx="1075150" cy="834350"/>
              </a:xfrm>
              <a:custGeom>
                <a:rect b="b" l="l" r="r" t="t"/>
                <a:pathLst>
                  <a:path extrusionOk="0" h="33374" w="43006">
                    <a:moveTo>
                      <a:pt x="34814" y="1"/>
                    </a:moveTo>
                    <a:lnTo>
                      <a:pt x="0" y="14014"/>
                    </a:lnTo>
                    <a:cubicBezTo>
                      <a:pt x="215" y="14479"/>
                      <a:pt x="4501" y="25444"/>
                      <a:pt x="9514" y="28230"/>
                    </a:cubicBezTo>
                    <a:cubicBezTo>
                      <a:pt x="12192" y="29707"/>
                      <a:pt x="23158" y="33195"/>
                      <a:pt x="23230" y="33374"/>
                    </a:cubicBezTo>
                    <a:cubicBezTo>
                      <a:pt x="23230" y="33374"/>
                      <a:pt x="26385" y="26933"/>
                      <a:pt x="29540" y="24789"/>
                    </a:cubicBezTo>
                    <a:cubicBezTo>
                      <a:pt x="32683" y="22646"/>
                      <a:pt x="41577" y="13883"/>
                      <a:pt x="41577" y="13883"/>
                    </a:cubicBezTo>
                    <a:lnTo>
                      <a:pt x="43006" y="5823"/>
                    </a:lnTo>
                    <a:cubicBezTo>
                      <a:pt x="39386" y="4239"/>
                      <a:pt x="38005" y="2513"/>
                      <a:pt x="348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37"/>
              <p:cNvSpPr/>
              <p:nvPr/>
            </p:nvSpPr>
            <p:spPr>
              <a:xfrm>
                <a:off x="1715922" y="2074800"/>
                <a:ext cx="79500" cy="186650"/>
              </a:xfrm>
              <a:custGeom>
                <a:rect b="b" l="l" r="r" t="t"/>
                <a:pathLst>
                  <a:path extrusionOk="0" h="7466" w="3180">
                    <a:moveTo>
                      <a:pt x="1" y="0"/>
                    </a:moveTo>
                    <a:lnTo>
                      <a:pt x="1906" y="7465"/>
                    </a:lnTo>
                    <a:lnTo>
                      <a:pt x="3180" y="69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37"/>
              <p:cNvSpPr/>
              <p:nvPr/>
            </p:nvSpPr>
            <p:spPr>
              <a:xfrm>
                <a:off x="1515950" y="2243850"/>
                <a:ext cx="31275" cy="109875"/>
              </a:xfrm>
              <a:custGeom>
                <a:rect b="b" l="l" r="r" t="t"/>
                <a:pathLst>
                  <a:path extrusionOk="0" h="4395" w="1251">
                    <a:moveTo>
                      <a:pt x="1" y="1"/>
                    </a:moveTo>
                    <a:lnTo>
                      <a:pt x="1" y="4394"/>
                    </a:lnTo>
                    <a:lnTo>
                      <a:pt x="1251" y="391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7"/>
              <p:cNvSpPr/>
              <p:nvPr/>
            </p:nvSpPr>
            <p:spPr>
              <a:xfrm>
                <a:off x="1899925" y="1704725"/>
                <a:ext cx="167300" cy="36125"/>
              </a:xfrm>
              <a:custGeom>
                <a:rect b="b" l="l" r="r" t="t"/>
                <a:pathLst>
                  <a:path extrusionOk="0" h="1445" w="6692">
                    <a:moveTo>
                      <a:pt x="5509" y="1"/>
                    </a:moveTo>
                    <a:cubicBezTo>
                      <a:pt x="5235" y="1"/>
                      <a:pt x="4918" y="22"/>
                      <a:pt x="4585" y="51"/>
                    </a:cubicBezTo>
                    <a:cubicBezTo>
                      <a:pt x="4382" y="75"/>
                      <a:pt x="4156" y="99"/>
                      <a:pt x="3930" y="123"/>
                    </a:cubicBezTo>
                    <a:cubicBezTo>
                      <a:pt x="3715" y="158"/>
                      <a:pt x="3477" y="194"/>
                      <a:pt x="3251" y="242"/>
                    </a:cubicBezTo>
                    <a:cubicBezTo>
                      <a:pt x="3013" y="301"/>
                      <a:pt x="2787" y="349"/>
                      <a:pt x="2560" y="408"/>
                    </a:cubicBezTo>
                    <a:cubicBezTo>
                      <a:pt x="2346" y="456"/>
                      <a:pt x="2144" y="528"/>
                      <a:pt x="1941" y="587"/>
                    </a:cubicBezTo>
                    <a:cubicBezTo>
                      <a:pt x="1548" y="718"/>
                      <a:pt x="1191" y="849"/>
                      <a:pt x="905" y="968"/>
                    </a:cubicBezTo>
                    <a:cubicBezTo>
                      <a:pt x="763" y="1028"/>
                      <a:pt x="632" y="1087"/>
                      <a:pt x="524" y="1147"/>
                    </a:cubicBezTo>
                    <a:cubicBezTo>
                      <a:pt x="405" y="1206"/>
                      <a:pt x="310" y="1254"/>
                      <a:pt x="239" y="1290"/>
                    </a:cubicBezTo>
                    <a:cubicBezTo>
                      <a:pt x="155" y="1325"/>
                      <a:pt x="72" y="1385"/>
                      <a:pt x="1" y="1444"/>
                    </a:cubicBezTo>
                    <a:cubicBezTo>
                      <a:pt x="96" y="1420"/>
                      <a:pt x="179" y="1397"/>
                      <a:pt x="263" y="1349"/>
                    </a:cubicBezTo>
                    <a:cubicBezTo>
                      <a:pt x="346" y="1325"/>
                      <a:pt x="441" y="1278"/>
                      <a:pt x="560" y="1230"/>
                    </a:cubicBezTo>
                    <a:cubicBezTo>
                      <a:pt x="679" y="1194"/>
                      <a:pt x="798" y="1135"/>
                      <a:pt x="953" y="1087"/>
                    </a:cubicBezTo>
                    <a:cubicBezTo>
                      <a:pt x="1239" y="980"/>
                      <a:pt x="1596" y="861"/>
                      <a:pt x="1989" y="742"/>
                    </a:cubicBezTo>
                    <a:cubicBezTo>
                      <a:pt x="2179" y="682"/>
                      <a:pt x="2394" y="611"/>
                      <a:pt x="2608" y="563"/>
                    </a:cubicBezTo>
                    <a:cubicBezTo>
                      <a:pt x="2822" y="516"/>
                      <a:pt x="3049" y="456"/>
                      <a:pt x="3275" y="420"/>
                    </a:cubicBezTo>
                    <a:cubicBezTo>
                      <a:pt x="3513" y="373"/>
                      <a:pt x="3739" y="337"/>
                      <a:pt x="3965" y="301"/>
                    </a:cubicBezTo>
                    <a:cubicBezTo>
                      <a:pt x="4180" y="254"/>
                      <a:pt x="4394" y="230"/>
                      <a:pt x="4596" y="206"/>
                    </a:cubicBezTo>
                    <a:cubicBezTo>
                      <a:pt x="5001" y="170"/>
                      <a:pt x="5370" y="135"/>
                      <a:pt x="5692" y="123"/>
                    </a:cubicBezTo>
                    <a:cubicBezTo>
                      <a:pt x="5847" y="111"/>
                      <a:pt x="5978" y="111"/>
                      <a:pt x="6109" y="111"/>
                    </a:cubicBezTo>
                    <a:lnTo>
                      <a:pt x="6418" y="111"/>
                    </a:lnTo>
                    <a:cubicBezTo>
                      <a:pt x="6446" y="114"/>
                      <a:pt x="6474" y="116"/>
                      <a:pt x="6501" y="116"/>
                    </a:cubicBezTo>
                    <a:cubicBezTo>
                      <a:pt x="6568" y="116"/>
                      <a:pt x="6633" y="107"/>
                      <a:pt x="6692" y="99"/>
                    </a:cubicBezTo>
                    <a:cubicBezTo>
                      <a:pt x="6609" y="63"/>
                      <a:pt x="6513" y="39"/>
                      <a:pt x="6418" y="27"/>
                    </a:cubicBezTo>
                    <a:cubicBezTo>
                      <a:pt x="6335" y="27"/>
                      <a:pt x="6228" y="16"/>
                      <a:pt x="6109" y="4"/>
                    </a:cubicBezTo>
                    <a:lnTo>
                      <a:pt x="5680" y="4"/>
                    </a:lnTo>
                    <a:cubicBezTo>
                      <a:pt x="5625" y="2"/>
                      <a:pt x="5568" y="1"/>
                      <a:pt x="5509" y="1"/>
                    </a:cubicBezTo>
                    <a:close/>
                  </a:path>
                </a:pathLst>
              </a:custGeom>
              <a:solidFill>
                <a:srgbClr val="5133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7"/>
              <p:cNvSpPr/>
              <p:nvPr/>
            </p:nvSpPr>
            <p:spPr>
              <a:xfrm>
                <a:off x="1408500" y="2221825"/>
                <a:ext cx="754575" cy="513275"/>
              </a:xfrm>
              <a:custGeom>
                <a:rect b="b" l="l" r="r" t="t"/>
                <a:pathLst>
                  <a:path extrusionOk="0" h="20531" w="30183">
                    <a:moveTo>
                      <a:pt x="16288" y="1"/>
                    </a:moveTo>
                    <a:cubicBezTo>
                      <a:pt x="16288" y="1"/>
                      <a:pt x="8299" y="525"/>
                      <a:pt x="3965" y="5537"/>
                    </a:cubicBezTo>
                    <a:cubicBezTo>
                      <a:pt x="227" y="9871"/>
                      <a:pt x="0" y="18753"/>
                      <a:pt x="358" y="19217"/>
                    </a:cubicBezTo>
                    <a:cubicBezTo>
                      <a:pt x="1120" y="20229"/>
                      <a:pt x="9502" y="20396"/>
                      <a:pt x="10942" y="20527"/>
                    </a:cubicBezTo>
                    <a:cubicBezTo>
                      <a:pt x="10967" y="20529"/>
                      <a:pt x="10990" y="20530"/>
                      <a:pt x="11013" y="20530"/>
                    </a:cubicBezTo>
                    <a:cubicBezTo>
                      <a:pt x="12317" y="20530"/>
                      <a:pt x="10418" y="17205"/>
                      <a:pt x="10418" y="17205"/>
                    </a:cubicBezTo>
                    <a:lnTo>
                      <a:pt x="10418" y="17205"/>
                    </a:lnTo>
                    <a:cubicBezTo>
                      <a:pt x="10487" y="17240"/>
                      <a:pt x="10599" y="17256"/>
                      <a:pt x="10748" y="17256"/>
                    </a:cubicBezTo>
                    <a:cubicBezTo>
                      <a:pt x="12658" y="17256"/>
                      <a:pt x="20658" y="14634"/>
                      <a:pt x="20658" y="14634"/>
                    </a:cubicBezTo>
                    <a:cubicBezTo>
                      <a:pt x="20658" y="14634"/>
                      <a:pt x="21605" y="14803"/>
                      <a:pt x="23249" y="14803"/>
                    </a:cubicBezTo>
                    <a:cubicBezTo>
                      <a:pt x="24071" y="14803"/>
                      <a:pt x="25067" y="14761"/>
                      <a:pt x="26206" y="14634"/>
                    </a:cubicBezTo>
                    <a:cubicBezTo>
                      <a:pt x="29635" y="14253"/>
                      <a:pt x="30183" y="11062"/>
                      <a:pt x="30183" y="11062"/>
                    </a:cubicBezTo>
                    <a:lnTo>
                      <a:pt x="1628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37"/>
              <p:cNvSpPr/>
              <p:nvPr/>
            </p:nvSpPr>
            <p:spPr>
              <a:xfrm>
                <a:off x="1579350" y="2200675"/>
                <a:ext cx="89925" cy="57200"/>
              </a:xfrm>
              <a:custGeom>
                <a:rect b="b" l="l" r="r" t="t"/>
                <a:pathLst>
                  <a:path extrusionOk="0" h="2288" w="3597">
                    <a:moveTo>
                      <a:pt x="3581" y="1"/>
                    </a:moveTo>
                    <a:cubicBezTo>
                      <a:pt x="3547" y="1"/>
                      <a:pt x="3359" y="153"/>
                      <a:pt x="3060" y="382"/>
                    </a:cubicBezTo>
                    <a:cubicBezTo>
                      <a:pt x="2227" y="1002"/>
                      <a:pt x="1322" y="1514"/>
                      <a:pt x="346" y="1883"/>
                    </a:cubicBezTo>
                    <a:cubicBezTo>
                      <a:pt x="263" y="1906"/>
                      <a:pt x="179" y="1954"/>
                      <a:pt x="96" y="2002"/>
                    </a:cubicBezTo>
                    <a:cubicBezTo>
                      <a:pt x="60" y="2025"/>
                      <a:pt x="24" y="2061"/>
                      <a:pt x="12" y="2097"/>
                    </a:cubicBezTo>
                    <a:cubicBezTo>
                      <a:pt x="1" y="2145"/>
                      <a:pt x="1" y="2180"/>
                      <a:pt x="24" y="2216"/>
                    </a:cubicBezTo>
                    <a:cubicBezTo>
                      <a:pt x="48" y="2264"/>
                      <a:pt x="96" y="2287"/>
                      <a:pt x="155" y="2287"/>
                    </a:cubicBezTo>
                    <a:cubicBezTo>
                      <a:pt x="191" y="2276"/>
                      <a:pt x="191" y="2252"/>
                      <a:pt x="191" y="2252"/>
                    </a:cubicBezTo>
                    <a:cubicBezTo>
                      <a:pt x="191" y="2248"/>
                      <a:pt x="188" y="2246"/>
                      <a:pt x="184" y="2246"/>
                    </a:cubicBezTo>
                    <a:cubicBezTo>
                      <a:pt x="175" y="2246"/>
                      <a:pt x="159" y="2252"/>
                      <a:pt x="143" y="2252"/>
                    </a:cubicBezTo>
                    <a:cubicBezTo>
                      <a:pt x="120" y="2252"/>
                      <a:pt x="84" y="2228"/>
                      <a:pt x="72" y="2192"/>
                    </a:cubicBezTo>
                    <a:cubicBezTo>
                      <a:pt x="72" y="2168"/>
                      <a:pt x="72" y="2145"/>
                      <a:pt x="72" y="2133"/>
                    </a:cubicBezTo>
                    <a:cubicBezTo>
                      <a:pt x="96" y="2109"/>
                      <a:pt x="108" y="2085"/>
                      <a:pt x="143" y="2073"/>
                    </a:cubicBezTo>
                    <a:cubicBezTo>
                      <a:pt x="215" y="2037"/>
                      <a:pt x="298" y="2002"/>
                      <a:pt x="382" y="1990"/>
                    </a:cubicBezTo>
                    <a:cubicBezTo>
                      <a:pt x="1394" y="1668"/>
                      <a:pt x="2322" y="1156"/>
                      <a:pt x="3120" y="466"/>
                    </a:cubicBezTo>
                    <a:cubicBezTo>
                      <a:pt x="3430" y="204"/>
                      <a:pt x="3596" y="13"/>
                      <a:pt x="3584" y="1"/>
                    </a:cubicBezTo>
                    <a:cubicBezTo>
                      <a:pt x="3583" y="1"/>
                      <a:pt x="3582" y="1"/>
                      <a:pt x="3581" y="1"/>
                    </a:cubicBezTo>
                    <a:close/>
                  </a:path>
                </a:pathLst>
              </a:custGeom>
              <a:solidFill>
                <a:srgbClr val="5133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37"/>
              <p:cNvSpPr/>
              <p:nvPr/>
            </p:nvSpPr>
            <p:spPr>
              <a:xfrm>
                <a:off x="1304325" y="2309050"/>
                <a:ext cx="139925" cy="102700"/>
              </a:xfrm>
              <a:custGeom>
                <a:rect b="b" l="l" r="r" t="t"/>
                <a:pathLst>
                  <a:path extrusionOk="0" h="4108" w="5597">
                    <a:moveTo>
                      <a:pt x="5596" y="0"/>
                    </a:moveTo>
                    <a:lnTo>
                      <a:pt x="5596" y="0"/>
                    </a:lnTo>
                    <a:cubicBezTo>
                      <a:pt x="5596" y="0"/>
                      <a:pt x="5525" y="72"/>
                      <a:pt x="5406" y="215"/>
                    </a:cubicBezTo>
                    <a:cubicBezTo>
                      <a:pt x="5346" y="274"/>
                      <a:pt x="5275" y="357"/>
                      <a:pt x="5191" y="453"/>
                    </a:cubicBezTo>
                    <a:cubicBezTo>
                      <a:pt x="5096" y="548"/>
                      <a:pt x="5013" y="655"/>
                      <a:pt x="4894" y="762"/>
                    </a:cubicBezTo>
                    <a:cubicBezTo>
                      <a:pt x="4679" y="1000"/>
                      <a:pt x="4417" y="1262"/>
                      <a:pt x="4108" y="1548"/>
                    </a:cubicBezTo>
                    <a:cubicBezTo>
                      <a:pt x="3941" y="1679"/>
                      <a:pt x="3774" y="1822"/>
                      <a:pt x="3608" y="1977"/>
                    </a:cubicBezTo>
                    <a:cubicBezTo>
                      <a:pt x="3429" y="2120"/>
                      <a:pt x="3251" y="2262"/>
                      <a:pt x="3048" y="2405"/>
                    </a:cubicBezTo>
                    <a:cubicBezTo>
                      <a:pt x="2858" y="2548"/>
                      <a:pt x="2655" y="2679"/>
                      <a:pt x="2465" y="2798"/>
                    </a:cubicBezTo>
                    <a:cubicBezTo>
                      <a:pt x="2286" y="2929"/>
                      <a:pt x="2096" y="3036"/>
                      <a:pt x="1917" y="3144"/>
                    </a:cubicBezTo>
                    <a:cubicBezTo>
                      <a:pt x="1548" y="3358"/>
                      <a:pt x="1215" y="3536"/>
                      <a:pt x="929" y="3667"/>
                    </a:cubicBezTo>
                    <a:cubicBezTo>
                      <a:pt x="786" y="3739"/>
                      <a:pt x="655" y="3798"/>
                      <a:pt x="536" y="3846"/>
                    </a:cubicBezTo>
                    <a:cubicBezTo>
                      <a:pt x="429" y="3906"/>
                      <a:pt x="322" y="3941"/>
                      <a:pt x="238" y="3977"/>
                    </a:cubicBezTo>
                    <a:cubicBezTo>
                      <a:pt x="155" y="4001"/>
                      <a:pt x="72" y="4048"/>
                      <a:pt x="0" y="4108"/>
                    </a:cubicBezTo>
                    <a:cubicBezTo>
                      <a:pt x="84" y="4096"/>
                      <a:pt x="179" y="4072"/>
                      <a:pt x="262" y="4036"/>
                    </a:cubicBezTo>
                    <a:cubicBezTo>
                      <a:pt x="345" y="4013"/>
                      <a:pt x="453" y="3977"/>
                      <a:pt x="572" y="3929"/>
                    </a:cubicBezTo>
                    <a:cubicBezTo>
                      <a:pt x="691" y="3882"/>
                      <a:pt x="822" y="3834"/>
                      <a:pt x="977" y="3763"/>
                    </a:cubicBezTo>
                    <a:cubicBezTo>
                      <a:pt x="1310" y="3620"/>
                      <a:pt x="1655" y="3453"/>
                      <a:pt x="1977" y="3274"/>
                    </a:cubicBezTo>
                    <a:cubicBezTo>
                      <a:pt x="2155" y="3167"/>
                      <a:pt x="2346" y="3048"/>
                      <a:pt x="2548" y="2929"/>
                    </a:cubicBezTo>
                    <a:cubicBezTo>
                      <a:pt x="2751" y="2810"/>
                      <a:pt x="2953" y="2679"/>
                      <a:pt x="3143" y="2524"/>
                    </a:cubicBezTo>
                    <a:cubicBezTo>
                      <a:pt x="3334" y="2382"/>
                      <a:pt x="3524" y="2227"/>
                      <a:pt x="3703" y="2084"/>
                    </a:cubicBezTo>
                    <a:cubicBezTo>
                      <a:pt x="3882" y="1941"/>
                      <a:pt x="4048" y="1786"/>
                      <a:pt x="4203" y="1643"/>
                    </a:cubicBezTo>
                    <a:cubicBezTo>
                      <a:pt x="4477" y="1381"/>
                      <a:pt x="4739" y="1119"/>
                      <a:pt x="4977" y="834"/>
                    </a:cubicBezTo>
                    <a:cubicBezTo>
                      <a:pt x="5084" y="715"/>
                      <a:pt x="5179" y="596"/>
                      <a:pt x="5251" y="500"/>
                    </a:cubicBezTo>
                    <a:cubicBezTo>
                      <a:pt x="5334" y="405"/>
                      <a:pt x="5406" y="310"/>
                      <a:pt x="5453" y="238"/>
                    </a:cubicBezTo>
                    <a:cubicBezTo>
                      <a:pt x="5513" y="167"/>
                      <a:pt x="5560" y="84"/>
                      <a:pt x="5596" y="0"/>
                    </a:cubicBezTo>
                    <a:close/>
                  </a:path>
                </a:pathLst>
              </a:custGeom>
              <a:solidFill>
                <a:srgbClr val="51332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7"/>
              <p:cNvSpPr/>
              <p:nvPr/>
            </p:nvSpPr>
            <p:spPr>
              <a:xfrm>
                <a:off x="2955485" y="2838275"/>
                <a:ext cx="449475" cy="1223400"/>
              </a:xfrm>
              <a:custGeom>
                <a:rect b="b" l="l" r="r" t="t"/>
                <a:pathLst>
                  <a:path extrusionOk="0" fill="none" h="48936" w="17979">
                    <a:moveTo>
                      <a:pt x="1143" y="1"/>
                    </a:moveTo>
                    <a:cubicBezTo>
                      <a:pt x="1143" y="1"/>
                      <a:pt x="15074" y="27730"/>
                      <a:pt x="16467" y="34552"/>
                    </a:cubicBezTo>
                    <a:cubicBezTo>
                      <a:pt x="17979" y="41875"/>
                      <a:pt x="6323" y="47828"/>
                      <a:pt x="0" y="48935"/>
                    </a:cubicBezTo>
                  </a:path>
                </a:pathLst>
              </a:custGeom>
              <a:noFill/>
              <a:ln cap="flat" cmpd="sng" w="28575">
                <a:solidFill>
                  <a:srgbClr val="FFFFFF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7"/>
              <p:cNvSpPr/>
              <p:nvPr/>
            </p:nvSpPr>
            <p:spPr>
              <a:xfrm>
                <a:off x="2780400" y="3980225"/>
                <a:ext cx="328675" cy="174025"/>
              </a:xfrm>
              <a:custGeom>
                <a:rect b="b" l="l" r="r" t="t"/>
                <a:pathLst>
                  <a:path extrusionOk="0" h="6961" w="13147">
                    <a:moveTo>
                      <a:pt x="3948" y="1"/>
                    </a:moveTo>
                    <a:cubicBezTo>
                      <a:pt x="2762" y="1"/>
                      <a:pt x="1680" y="131"/>
                      <a:pt x="1227" y="543"/>
                    </a:cubicBezTo>
                    <a:cubicBezTo>
                      <a:pt x="0" y="1674"/>
                      <a:pt x="1012" y="6174"/>
                      <a:pt x="2096" y="6877"/>
                    </a:cubicBezTo>
                    <a:cubicBezTo>
                      <a:pt x="2181" y="6933"/>
                      <a:pt x="2336" y="6960"/>
                      <a:pt x="2547" y="6960"/>
                    </a:cubicBezTo>
                    <a:cubicBezTo>
                      <a:pt x="4772" y="6960"/>
                      <a:pt x="13146" y="3946"/>
                      <a:pt x="9632" y="1150"/>
                    </a:cubicBezTo>
                    <a:cubicBezTo>
                      <a:pt x="8966" y="650"/>
                      <a:pt x="8180" y="340"/>
                      <a:pt x="7358" y="245"/>
                    </a:cubicBezTo>
                    <a:cubicBezTo>
                      <a:pt x="6485" y="136"/>
                      <a:pt x="5162" y="1"/>
                      <a:pt x="3948" y="1"/>
                    </a:cubicBezTo>
                    <a:close/>
                  </a:path>
                </a:pathLst>
              </a:custGeom>
              <a:solidFill>
                <a:srgbClr val="5FD1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37"/>
              <p:cNvSpPr/>
              <p:nvPr/>
            </p:nvSpPr>
            <p:spPr>
              <a:xfrm>
                <a:off x="1267400" y="3677075"/>
                <a:ext cx="2373850" cy="942700"/>
              </a:xfrm>
              <a:custGeom>
                <a:rect b="b" l="l" r="r" t="t"/>
                <a:pathLst>
                  <a:path extrusionOk="0" fill="none" h="37708" w="94954">
                    <a:moveTo>
                      <a:pt x="3644" y="10144"/>
                    </a:moveTo>
                    <a:cubicBezTo>
                      <a:pt x="1" y="21324"/>
                      <a:pt x="10716" y="28730"/>
                      <a:pt x="20861" y="31838"/>
                    </a:cubicBezTo>
                    <a:cubicBezTo>
                      <a:pt x="39994" y="37707"/>
                      <a:pt x="62640" y="34766"/>
                      <a:pt x="78177" y="22610"/>
                    </a:cubicBezTo>
                    <a:cubicBezTo>
                      <a:pt x="85833" y="16633"/>
                      <a:pt x="91715" y="8751"/>
                      <a:pt x="94953" y="0"/>
                    </a:cubicBezTo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accent1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37"/>
              <p:cNvSpPr/>
              <p:nvPr/>
            </p:nvSpPr>
            <p:spPr>
              <a:xfrm>
                <a:off x="826575" y="2119725"/>
                <a:ext cx="1691025" cy="2471475"/>
              </a:xfrm>
              <a:custGeom>
                <a:rect b="b" l="l" r="r" t="t"/>
                <a:pathLst>
                  <a:path extrusionOk="0" fill="none" h="98859" w="67641">
                    <a:moveTo>
                      <a:pt x="67640" y="13824"/>
                    </a:moveTo>
                    <a:cubicBezTo>
                      <a:pt x="62389" y="5192"/>
                      <a:pt x="54972" y="1"/>
                      <a:pt x="43042" y="2608"/>
                    </a:cubicBezTo>
                    <a:cubicBezTo>
                      <a:pt x="22801" y="7038"/>
                      <a:pt x="9299" y="23897"/>
                      <a:pt x="4704" y="41827"/>
                    </a:cubicBezTo>
                    <a:cubicBezTo>
                      <a:pt x="1" y="60211"/>
                      <a:pt x="4156" y="84559"/>
                      <a:pt x="23742" y="94572"/>
                    </a:cubicBezTo>
                    <a:cubicBezTo>
                      <a:pt x="24968" y="95203"/>
                      <a:pt x="26242" y="95751"/>
                      <a:pt x="27540" y="96203"/>
                    </a:cubicBezTo>
                    <a:lnTo>
                      <a:pt x="28135" y="96406"/>
                    </a:lnTo>
                    <a:cubicBezTo>
                      <a:pt x="35660" y="98858"/>
                      <a:pt x="44304" y="98263"/>
                      <a:pt x="51340" y="94798"/>
                    </a:cubicBezTo>
                    <a:cubicBezTo>
                      <a:pt x="58627" y="91226"/>
                      <a:pt x="60663" y="83356"/>
                      <a:pt x="58389" y="76582"/>
                    </a:cubicBezTo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accent1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7"/>
              <p:cNvSpPr/>
              <p:nvPr/>
            </p:nvSpPr>
            <p:spPr>
              <a:xfrm>
                <a:off x="2314201" y="3059125"/>
                <a:ext cx="822450" cy="1069525"/>
              </a:xfrm>
              <a:custGeom>
                <a:rect b="b" l="l" r="r" t="t"/>
                <a:pathLst>
                  <a:path extrusionOk="0" fill="none" h="42781" w="32898">
                    <a:moveTo>
                      <a:pt x="0" y="1"/>
                    </a:moveTo>
                    <a:cubicBezTo>
                      <a:pt x="0" y="1"/>
                      <a:pt x="7001" y="29862"/>
                      <a:pt x="10335" y="36089"/>
                    </a:cubicBezTo>
                    <a:cubicBezTo>
                      <a:pt x="13919" y="42780"/>
                      <a:pt x="27135" y="41101"/>
                      <a:pt x="32897" y="38470"/>
                    </a:cubicBezTo>
                  </a:path>
                </a:pathLst>
              </a:custGeom>
              <a:solidFill>
                <a:schemeClr val="lt1"/>
              </a:solidFill>
              <a:ln cap="flat" cmpd="sng" w="28575">
                <a:solidFill>
                  <a:schemeClr val="dk2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7"/>
              <p:cNvSpPr/>
              <p:nvPr/>
            </p:nvSpPr>
            <p:spPr>
              <a:xfrm>
                <a:off x="3029150" y="3889100"/>
                <a:ext cx="265025" cy="189325"/>
              </a:xfrm>
              <a:custGeom>
                <a:rect b="b" l="l" r="r" t="t"/>
                <a:pathLst>
                  <a:path extrusionOk="0" h="7573" w="10601">
                    <a:moveTo>
                      <a:pt x="6609" y="1"/>
                    </a:moveTo>
                    <a:cubicBezTo>
                      <a:pt x="5296" y="1"/>
                      <a:pt x="2855" y="2071"/>
                      <a:pt x="1659" y="3164"/>
                    </a:cubicBezTo>
                    <a:cubicBezTo>
                      <a:pt x="1052" y="3687"/>
                      <a:pt x="623" y="4378"/>
                      <a:pt x="433" y="5152"/>
                    </a:cubicBezTo>
                    <a:cubicBezTo>
                      <a:pt x="1" y="6970"/>
                      <a:pt x="1404" y="7573"/>
                      <a:pt x="3273" y="7573"/>
                    </a:cubicBezTo>
                    <a:cubicBezTo>
                      <a:pt x="6091" y="7573"/>
                      <a:pt x="9967" y="6201"/>
                      <a:pt x="10196" y="5557"/>
                    </a:cubicBezTo>
                    <a:cubicBezTo>
                      <a:pt x="10600" y="4390"/>
                      <a:pt x="8469" y="235"/>
                      <a:pt x="6743" y="8"/>
                    </a:cubicBezTo>
                    <a:cubicBezTo>
                      <a:pt x="6700" y="3"/>
                      <a:pt x="6655" y="1"/>
                      <a:pt x="6609" y="1"/>
                    </a:cubicBezTo>
                    <a:close/>
                  </a:path>
                </a:pathLst>
              </a:custGeom>
              <a:solidFill>
                <a:srgbClr val="5FD1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37"/>
              <p:cNvSpPr/>
              <p:nvPr/>
            </p:nvSpPr>
            <p:spPr>
              <a:xfrm>
                <a:off x="2155025" y="2365000"/>
                <a:ext cx="865900" cy="767375"/>
              </a:xfrm>
              <a:custGeom>
                <a:rect b="b" l="l" r="r" t="t"/>
                <a:pathLst>
                  <a:path extrusionOk="0" fill="none" h="30695" w="34636">
                    <a:moveTo>
                      <a:pt x="7049" y="30695"/>
                    </a:moveTo>
                    <a:cubicBezTo>
                      <a:pt x="7049" y="30695"/>
                      <a:pt x="0" y="7633"/>
                      <a:pt x="14002" y="3477"/>
                    </a:cubicBezTo>
                    <a:cubicBezTo>
                      <a:pt x="25694" y="1"/>
                      <a:pt x="34636" y="21920"/>
                      <a:pt x="34636" y="21920"/>
                    </a:cubicBez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37"/>
              <p:cNvSpPr/>
              <p:nvPr/>
            </p:nvSpPr>
            <p:spPr>
              <a:xfrm>
                <a:off x="3440822" y="3216593"/>
                <a:ext cx="610962" cy="601575"/>
              </a:xfrm>
              <a:custGeom>
                <a:rect b="b" l="l" r="r" t="t"/>
                <a:pathLst>
                  <a:path extrusionOk="0" h="24063" w="26171">
                    <a:moveTo>
                      <a:pt x="13085" y="0"/>
                    </a:moveTo>
                    <a:cubicBezTo>
                      <a:pt x="5858" y="0"/>
                      <a:pt x="0" y="5382"/>
                      <a:pt x="0" y="12038"/>
                    </a:cubicBezTo>
                    <a:cubicBezTo>
                      <a:pt x="0" y="18681"/>
                      <a:pt x="5858" y="24063"/>
                      <a:pt x="13085" y="24063"/>
                    </a:cubicBezTo>
                    <a:cubicBezTo>
                      <a:pt x="20312" y="24063"/>
                      <a:pt x="26170" y="18681"/>
                      <a:pt x="26170" y="12038"/>
                    </a:cubicBezTo>
                    <a:cubicBezTo>
                      <a:pt x="26170" y="5382"/>
                      <a:pt x="20312" y="0"/>
                      <a:pt x="13085" y="0"/>
                    </a:cubicBezTo>
                    <a:close/>
                  </a:path>
                </a:pathLst>
              </a:custGeom>
              <a:solidFill>
                <a:srgbClr val="5FD1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7"/>
              <p:cNvSpPr/>
              <p:nvPr/>
            </p:nvSpPr>
            <p:spPr>
              <a:xfrm>
                <a:off x="3562290" y="3336244"/>
                <a:ext cx="368011" cy="362275"/>
              </a:xfrm>
              <a:custGeom>
                <a:rect b="b" l="l" r="r" t="t"/>
                <a:pathLst>
                  <a:path extrusionOk="0" fill="none" h="14491" w="15764">
                    <a:moveTo>
                      <a:pt x="15764" y="7252"/>
                    </a:moveTo>
                    <a:cubicBezTo>
                      <a:pt x="15764" y="11252"/>
                      <a:pt x="12228" y="14491"/>
                      <a:pt x="7882" y="14491"/>
                    </a:cubicBezTo>
                    <a:cubicBezTo>
                      <a:pt x="3524" y="14491"/>
                      <a:pt x="0" y="11252"/>
                      <a:pt x="0" y="7252"/>
                    </a:cubicBezTo>
                    <a:cubicBezTo>
                      <a:pt x="0" y="3239"/>
                      <a:pt x="3524" y="1"/>
                      <a:pt x="7882" y="1"/>
                    </a:cubicBezTo>
                    <a:cubicBezTo>
                      <a:pt x="12228" y="1"/>
                      <a:pt x="15764" y="3239"/>
                      <a:pt x="15764" y="7252"/>
                    </a:cubicBezTo>
                    <a:close/>
                  </a:path>
                </a:pathLst>
              </a:custGeom>
              <a:noFill/>
              <a:ln cap="flat" cmpd="sng" w="22325">
                <a:solidFill>
                  <a:srgbClr val="FFFFFF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7"/>
              <p:cNvSpPr/>
              <p:nvPr/>
            </p:nvSpPr>
            <p:spPr>
              <a:xfrm>
                <a:off x="1858850" y="1679575"/>
                <a:ext cx="375975" cy="559750"/>
              </a:xfrm>
              <a:custGeom>
                <a:rect b="b" l="l" r="r" t="t"/>
                <a:pathLst>
                  <a:path extrusionOk="0" h="22390" w="15039">
                    <a:moveTo>
                      <a:pt x="6666" y="0"/>
                    </a:moveTo>
                    <a:cubicBezTo>
                      <a:pt x="4443" y="0"/>
                      <a:pt x="1357" y="416"/>
                      <a:pt x="1" y="2522"/>
                    </a:cubicBezTo>
                    <a:cubicBezTo>
                      <a:pt x="1" y="2522"/>
                      <a:pt x="6775" y="21238"/>
                      <a:pt x="7740" y="21631"/>
                    </a:cubicBezTo>
                    <a:cubicBezTo>
                      <a:pt x="8192" y="21818"/>
                      <a:pt x="9623" y="22389"/>
                      <a:pt x="11087" y="22389"/>
                    </a:cubicBezTo>
                    <a:cubicBezTo>
                      <a:pt x="12703" y="22389"/>
                      <a:pt x="14358" y="21692"/>
                      <a:pt x="14776" y="19012"/>
                    </a:cubicBezTo>
                    <a:cubicBezTo>
                      <a:pt x="15038" y="17333"/>
                      <a:pt x="9192" y="176"/>
                      <a:pt x="9192" y="176"/>
                    </a:cubicBezTo>
                    <a:cubicBezTo>
                      <a:pt x="9192" y="176"/>
                      <a:pt x="8112" y="0"/>
                      <a:pt x="66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37"/>
              <p:cNvSpPr/>
              <p:nvPr/>
            </p:nvSpPr>
            <p:spPr>
              <a:xfrm>
                <a:off x="1899925" y="1704725"/>
                <a:ext cx="167300" cy="36125"/>
              </a:xfrm>
              <a:custGeom>
                <a:rect b="b" l="l" r="r" t="t"/>
                <a:pathLst>
                  <a:path extrusionOk="0" h="1445" w="6692">
                    <a:moveTo>
                      <a:pt x="5509" y="1"/>
                    </a:moveTo>
                    <a:cubicBezTo>
                      <a:pt x="5235" y="1"/>
                      <a:pt x="4918" y="22"/>
                      <a:pt x="4585" y="51"/>
                    </a:cubicBezTo>
                    <a:cubicBezTo>
                      <a:pt x="4382" y="75"/>
                      <a:pt x="4156" y="99"/>
                      <a:pt x="3930" y="123"/>
                    </a:cubicBezTo>
                    <a:cubicBezTo>
                      <a:pt x="3715" y="158"/>
                      <a:pt x="3477" y="194"/>
                      <a:pt x="3251" y="242"/>
                    </a:cubicBezTo>
                    <a:cubicBezTo>
                      <a:pt x="3013" y="301"/>
                      <a:pt x="2787" y="349"/>
                      <a:pt x="2560" y="408"/>
                    </a:cubicBezTo>
                    <a:cubicBezTo>
                      <a:pt x="2346" y="456"/>
                      <a:pt x="2144" y="528"/>
                      <a:pt x="1941" y="587"/>
                    </a:cubicBezTo>
                    <a:cubicBezTo>
                      <a:pt x="1548" y="718"/>
                      <a:pt x="1191" y="849"/>
                      <a:pt x="905" y="968"/>
                    </a:cubicBezTo>
                    <a:cubicBezTo>
                      <a:pt x="763" y="1028"/>
                      <a:pt x="632" y="1087"/>
                      <a:pt x="524" y="1147"/>
                    </a:cubicBezTo>
                    <a:cubicBezTo>
                      <a:pt x="405" y="1206"/>
                      <a:pt x="310" y="1254"/>
                      <a:pt x="239" y="1290"/>
                    </a:cubicBezTo>
                    <a:cubicBezTo>
                      <a:pt x="155" y="1325"/>
                      <a:pt x="72" y="1385"/>
                      <a:pt x="1" y="1444"/>
                    </a:cubicBezTo>
                    <a:cubicBezTo>
                      <a:pt x="96" y="1420"/>
                      <a:pt x="179" y="1397"/>
                      <a:pt x="263" y="1349"/>
                    </a:cubicBezTo>
                    <a:cubicBezTo>
                      <a:pt x="346" y="1325"/>
                      <a:pt x="441" y="1278"/>
                      <a:pt x="560" y="1230"/>
                    </a:cubicBezTo>
                    <a:cubicBezTo>
                      <a:pt x="679" y="1194"/>
                      <a:pt x="798" y="1135"/>
                      <a:pt x="953" y="1087"/>
                    </a:cubicBezTo>
                    <a:cubicBezTo>
                      <a:pt x="1239" y="980"/>
                      <a:pt x="1596" y="861"/>
                      <a:pt x="1989" y="742"/>
                    </a:cubicBezTo>
                    <a:cubicBezTo>
                      <a:pt x="2179" y="682"/>
                      <a:pt x="2394" y="611"/>
                      <a:pt x="2608" y="563"/>
                    </a:cubicBezTo>
                    <a:cubicBezTo>
                      <a:pt x="2822" y="516"/>
                      <a:pt x="3049" y="456"/>
                      <a:pt x="3275" y="420"/>
                    </a:cubicBezTo>
                    <a:cubicBezTo>
                      <a:pt x="3513" y="373"/>
                      <a:pt x="3739" y="337"/>
                      <a:pt x="3965" y="301"/>
                    </a:cubicBezTo>
                    <a:cubicBezTo>
                      <a:pt x="4180" y="254"/>
                      <a:pt x="4394" y="230"/>
                      <a:pt x="4596" y="206"/>
                    </a:cubicBezTo>
                    <a:cubicBezTo>
                      <a:pt x="5001" y="170"/>
                      <a:pt x="5370" y="135"/>
                      <a:pt x="5692" y="123"/>
                    </a:cubicBezTo>
                    <a:cubicBezTo>
                      <a:pt x="5847" y="111"/>
                      <a:pt x="5978" y="111"/>
                      <a:pt x="6109" y="111"/>
                    </a:cubicBezTo>
                    <a:lnTo>
                      <a:pt x="6418" y="111"/>
                    </a:lnTo>
                    <a:cubicBezTo>
                      <a:pt x="6446" y="114"/>
                      <a:pt x="6474" y="116"/>
                      <a:pt x="6501" y="116"/>
                    </a:cubicBezTo>
                    <a:cubicBezTo>
                      <a:pt x="6568" y="116"/>
                      <a:pt x="6633" y="107"/>
                      <a:pt x="6692" y="99"/>
                    </a:cubicBezTo>
                    <a:cubicBezTo>
                      <a:pt x="6609" y="63"/>
                      <a:pt x="6513" y="39"/>
                      <a:pt x="6418" y="27"/>
                    </a:cubicBezTo>
                    <a:cubicBezTo>
                      <a:pt x="6335" y="27"/>
                      <a:pt x="6228" y="16"/>
                      <a:pt x="6109" y="4"/>
                    </a:cubicBezTo>
                    <a:lnTo>
                      <a:pt x="5680" y="4"/>
                    </a:lnTo>
                    <a:cubicBezTo>
                      <a:pt x="5625" y="2"/>
                      <a:pt x="5568" y="1"/>
                      <a:pt x="55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37"/>
              <p:cNvSpPr/>
              <p:nvPr/>
            </p:nvSpPr>
            <p:spPr>
              <a:xfrm>
                <a:off x="1715375" y="2047150"/>
                <a:ext cx="450675" cy="523125"/>
              </a:xfrm>
              <a:custGeom>
                <a:rect b="b" l="l" r="r" t="t"/>
                <a:pathLst>
                  <a:path extrusionOk="0" h="20925" w="18027">
                    <a:moveTo>
                      <a:pt x="4105" y="0"/>
                    </a:moveTo>
                    <a:cubicBezTo>
                      <a:pt x="2537" y="0"/>
                      <a:pt x="1021" y="277"/>
                      <a:pt x="1" y="1106"/>
                    </a:cubicBezTo>
                    <a:cubicBezTo>
                      <a:pt x="1" y="1106"/>
                      <a:pt x="8585" y="20120"/>
                      <a:pt x="10335" y="20847"/>
                    </a:cubicBezTo>
                    <a:cubicBezTo>
                      <a:pt x="10458" y="20898"/>
                      <a:pt x="10729" y="20925"/>
                      <a:pt x="11098" y="20925"/>
                    </a:cubicBezTo>
                    <a:cubicBezTo>
                      <a:pt x="13063" y="20925"/>
                      <a:pt x="17818" y="20153"/>
                      <a:pt x="17908" y="18049"/>
                    </a:cubicBezTo>
                    <a:cubicBezTo>
                      <a:pt x="18027" y="15548"/>
                      <a:pt x="10585" y="1106"/>
                      <a:pt x="10585" y="1106"/>
                    </a:cubicBezTo>
                    <a:cubicBezTo>
                      <a:pt x="10585" y="1106"/>
                      <a:pt x="7241" y="0"/>
                      <a:pt x="41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7"/>
              <p:cNvSpPr/>
              <p:nvPr/>
            </p:nvSpPr>
            <p:spPr>
              <a:xfrm rot="150956">
                <a:off x="1509997" y="2164280"/>
                <a:ext cx="398601" cy="472174"/>
              </a:xfrm>
              <a:custGeom>
                <a:rect b="b" l="l" r="r" t="t"/>
                <a:pathLst>
                  <a:path extrusionOk="0" h="18888" w="15943">
                    <a:moveTo>
                      <a:pt x="7265" y="0"/>
                    </a:moveTo>
                    <a:cubicBezTo>
                      <a:pt x="5582" y="0"/>
                      <a:pt x="1432" y="1111"/>
                      <a:pt x="1" y="3570"/>
                    </a:cubicBezTo>
                    <a:cubicBezTo>
                      <a:pt x="1" y="3570"/>
                      <a:pt x="4346" y="17738"/>
                      <a:pt x="5954" y="18715"/>
                    </a:cubicBezTo>
                    <a:cubicBezTo>
                      <a:pt x="6154" y="18835"/>
                      <a:pt x="6460" y="18888"/>
                      <a:pt x="6843" y="18888"/>
                    </a:cubicBezTo>
                    <a:cubicBezTo>
                      <a:pt x="9523" y="18888"/>
                      <a:pt x="15943" y="16298"/>
                      <a:pt x="15943" y="16298"/>
                    </a:cubicBezTo>
                    <a:cubicBezTo>
                      <a:pt x="15943" y="16298"/>
                      <a:pt x="8216" y="843"/>
                      <a:pt x="7978" y="188"/>
                    </a:cubicBezTo>
                    <a:cubicBezTo>
                      <a:pt x="7929" y="64"/>
                      <a:pt x="7668" y="0"/>
                      <a:pt x="7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7"/>
              <p:cNvSpPr/>
              <p:nvPr/>
            </p:nvSpPr>
            <p:spPr>
              <a:xfrm>
                <a:off x="1565239" y="2196855"/>
                <a:ext cx="118161" cy="64848"/>
              </a:xfrm>
              <a:custGeom>
                <a:rect b="b" l="l" r="r" t="t"/>
                <a:pathLst>
                  <a:path extrusionOk="0" h="2288" w="3597">
                    <a:moveTo>
                      <a:pt x="3581" y="1"/>
                    </a:moveTo>
                    <a:cubicBezTo>
                      <a:pt x="3547" y="1"/>
                      <a:pt x="3359" y="153"/>
                      <a:pt x="3060" y="382"/>
                    </a:cubicBezTo>
                    <a:cubicBezTo>
                      <a:pt x="2227" y="1002"/>
                      <a:pt x="1322" y="1514"/>
                      <a:pt x="346" y="1883"/>
                    </a:cubicBezTo>
                    <a:cubicBezTo>
                      <a:pt x="263" y="1906"/>
                      <a:pt x="179" y="1954"/>
                      <a:pt x="96" y="2002"/>
                    </a:cubicBezTo>
                    <a:cubicBezTo>
                      <a:pt x="60" y="2025"/>
                      <a:pt x="24" y="2061"/>
                      <a:pt x="12" y="2097"/>
                    </a:cubicBezTo>
                    <a:cubicBezTo>
                      <a:pt x="1" y="2145"/>
                      <a:pt x="1" y="2180"/>
                      <a:pt x="24" y="2216"/>
                    </a:cubicBezTo>
                    <a:cubicBezTo>
                      <a:pt x="48" y="2264"/>
                      <a:pt x="96" y="2287"/>
                      <a:pt x="155" y="2287"/>
                    </a:cubicBezTo>
                    <a:cubicBezTo>
                      <a:pt x="191" y="2276"/>
                      <a:pt x="191" y="2252"/>
                      <a:pt x="191" y="2252"/>
                    </a:cubicBezTo>
                    <a:cubicBezTo>
                      <a:pt x="191" y="2248"/>
                      <a:pt x="188" y="2246"/>
                      <a:pt x="184" y="2246"/>
                    </a:cubicBezTo>
                    <a:cubicBezTo>
                      <a:pt x="175" y="2246"/>
                      <a:pt x="159" y="2252"/>
                      <a:pt x="143" y="2252"/>
                    </a:cubicBezTo>
                    <a:cubicBezTo>
                      <a:pt x="120" y="2252"/>
                      <a:pt x="84" y="2228"/>
                      <a:pt x="72" y="2192"/>
                    </a:cubicBezTo>
                    <a:cubicBezTo>
                      <a:pt x="72" y="2168"/>
                      <a:pt x="72" y="2145"/>
                      <a:pt x="72" y="2133"/>
                    </a:cubicBezTo>
                    <a:cubicBezTo>
                      <a:pt x="96" y="2109"/>
                      <a:pt x="108" y="2085"/>
                      <a:pt x="143" y="2073"/>
                    </a:cubicBezTo>
                    <a:cubicBezTo>
                      <a:pt x="215" y="2037"/>
                      <a:pt x="298" y="2002"/>
                      <a:pt x="382" y="1990"/>
                    </a:cubicBezTo>
                    <a:cubicBezTo>
                      <a:pt x="1394" y="1668"/>
                      <a:pt x="2322" y="1156"/>
                      <a:pt x="3120" y="466"/>
                    </a:cubicBezTo>
                    <a:cubicBezTo>
                      <a:pt x="3430" y="204"/>
                      <a:pt x="3596" y="13"/>
                      <a:pt x="3584" y="1"/>
                    </a:cubicBezTo>
                    <a:cubicBezTo>
                      <a:pt x="3583" y="1"/>
                      <a:pt x="3582" y="1"/>
                      <a:pt x="35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37"/>
              <p:cNvSpPr/>
              <p:nvPr/>
            </p:nvSpPr>
            <p:spPr>
              <a:xfrm>
                <a:off x="1266525" y="2284775"/>
                <a:ext cx="398275" cy="427025"/>
              </a:xfrm>
              <a:custGeom>
                <a:rect b="b" l="l" r="r" t="t"/>
                <a:pathLst>
                  <a:path extrusionOk="0" h="17081" w="15931">
                    <a:moveTo>
                      <a:pt x="8089" y="1"/>
                    </a:moveTo>
                    <a:cubicBezTo>
                      <a:pt x="6088" y="1"/>
                      <a:pt x="0" y="5258"/>
                      <a:pt x="0" y="5258"/>
                    </a:cubicBezTo>
                    <a:cubicBezTo>
                      <a:pt x="0" y="5258"/>
                      <a:pt x="3691" y="13830"/>
                      <a:pt x="5787" y="16080"/>
                    </a:cubicBezTo>
                    <a:cubicBezTo>
                      <a:pt x="6485" y="16830"/>
                      <a:pt x="7845" y="17080"/>
                      <a:pt x="9348" y="17080"/>
                    </a:cubicBezTo>
                    <a:cubicBezTo>
                      <a:pt x="12353" y="17080"/>
                      <a:pt x="15931" y="16080"/>
                      <a:pt x="15931" y="16080"/>
                    </a:cubicBezTo>
                    <a:cubicBezTo>
                      <a:pt x="15931" y="16080"/>
                      <a:pt x="9823" y="1269"/>
                      <a:pt x="8525" y="138"/>
                    </a:cubicBezTo>
                    <a:cubicBezTo>
                      <a:pt x="8418" y="44"/>
                      <a:pt x="8271" y="1"/>
                      <a:pt x="80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37"/>
              <p:cNvSpPr/>
              <p:nvPr/>
            </p:nvSpPr>
            <p:spPr>
              <a:xfrm>
                <a:off x="1307716" y="2317116"/>
                <a:ext cx="139925" cy="102700"/>
              </a:xfrm>
              <a:custGeom>
                <a:rect b="b" l="l" r="r" t="t"/>
                <a:pathLst>
                  <a:path extrusionOk="0" h="4108" w="5597">
                    <a:moveTo>
                      <a:pt x="5596" y="0"/>
                    </a:moveTo>
                    <a:lnTo>
                      <a:pt x="5596" y="0"/>
                    </a:lnTo>
                    <a:cubicBezTo>
                      <a:pt x="5596" y="0"/>
                      <a:pt x="5525" y="72"/>
                      <a:pt x="5406" y="215"/>
                    </a:cubicBezTo>
                    <a:cubicBezTo>
                      <a:pt x="5346" y="274"/>
                      <a:pt x="5275" y="357"/>
                      <a:pt x="5191" y="453"/>
                    </a:cubicBezTo>
                    <a:cubicBezTo>
                      <a:pt x="5096" y="548"/>
                      <a:pt x="5013" y="655"/>
                      <a:pt x="4894" y="762"/>
                    </a:cubicBezTo>
                    <a:cubicBezTo>
                      <a:pt x="4679" y="1000"/>
                      <a:pt x="4417" y="1262"/>
                      <a:pt x="4108" y="1548"/>
                    </a:cubicBezTo>
                    <a:cubicBezTo>
                      <a:pt x="3941" y="1679"/>
                      <a:pt x="3774" y="1822"/>
                      <a:pt x="3608" y="1977"/>
                    </a:cubicBezTo>
                    <a:cubicBezTo>
                      <a:pt x="3429" y="2120"/>
                      <a:pt x="3251" y="2262"/>
                      <a:pt x="3048" y="2405"/>
                    </a:cubicBezTo>
                    <a:cubicBezTo>
                      <a:pt x="2858" y="2548"/>
                      <a:pt x="2655" y="2679"/>
                      <a:pt x="2465" y="2798"/>
                    </a:cubicBezTo>
                    <a:cubicBezTo>
                      <a:pt x="2286" y="2929"/>
                      <a:pt x="2096" y="3036"/>
                      <a:pt x="1917" y="3144"/>
                    </a:cubicBezTo>
                    <a:cubicBezTo>
                      <a:pt x="1548" y="3358"/>
                      <a:pt x="1215" y="3536"/>
                      <a:pt x="929" y="3667"/>
                    </a:cubicBezTo>
                    <a:cubicBezTo>
                      <a:pt x="786" y="3739"/>
                      <a:pt x="655" y="3798"/>
                      <a:pt x="536" y="3846"/>
                    </a:cubicBezTo>
                    <a:cubicBezTo>
                      <a:pt x="429" y="3906"/>
                      <a:pt x="322" y="3941"/>
                      <a:pt x="238" y="3977"/>
                    </a:cubicBezTo>
                    <a:cubicBezTo>
                      <a:pt x="155" y="4001"/>
                      <a:pt x="72" y="4048"/>
                      <a:pt x="0" y="4108"/>
                    </a:cubicBezTo>
                    <a:cubicBezTo>
                      <a:pt x="84" y="4096"/>
                      <a:pt x="179" y="4072"/>
                      <a:pt x="262" y="4036"/>
                    </a:cubicBezTo>
                    <a:cubicBezTo>
                      <a:pt x="345" y="4013"/>
                      <a:pt x="453" y="3977"/>
                      <a:pt x="572" y="3929"/>
                    </a:cubicBezTo>
                    <a:cubicBezTo>
                      <a:pt x="691" y="3882"/>
                      <a:pt x="822" y="3834"/>
                      <a:pt x="977" y="3763"/>
                    </a:cubicBezTo>
                    <a:cubicBezTo>
                      <a:pt x="1310" y="3620"/>
                      <a:pt x="1655" y="3453"/>
                      <a:pt x="1977" y="3274"/>
                    </a:cubicBezTo>
                    <a:cubicBezTo>
                      <a:pt x="2155" y="3167"/>
                      <a:pt x="2346" y="3048"/>
                      <a:pt x="2548" y="2929"/>
                    </a:cubicBezTo>
                    <a:cubicBezTo>
                      <a:pt x="2751" y="2810"/>
                      <a:pt x="2953" y="2679"/>
                      <a:pt x="3143" y="2524"/>
                    </a:cubicBezTo>
                    <a:cubicBezTo>
                      <a:pt x="3334" y="2382"/>
                      <a:pt x="3524" y="2227"/>
                      <a:pt x="3703" y="2084"/>
                    </a:cubicBezTo>
                    <a:cubicBezTo>
                      <a:pt x="3882" y="1941"/>
                      <a:pt x="4048" y="1786"/>
                      <a:pt x="4203" y="1643"/>
                    </a:cubicBezTo>
                    <a:cubicBezTo>
                      <a:pt x="4477" y="1381"/>
                      <a:pt x="4739" y="1119"/>
                      <a:pt x="4977" y="834"/>
                    </a:cubicBezTo>
                    <a:cubicBezTo>
                      <a:pt x="5084" y="715"/>
                      <a:pt x="5179" y="596"/>
                      <a:pt x="5251" y="500"/>
                    </a:cubicBezTo>
                    <a:cubicBezTo>
                      <a:pt x="5334" y="405"/>
                      <a:pt x="5406" y="310"/>
                      <a:pt x="5453" y="238"/>
                    </a:cubicBezTo>
                    <a:cubicBezTo>
                      <a:pt x="5513" y="167"/>
                      <a:pt x="5560" y="84"/>
                      <a:pt x="55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7"/>
              <p:cNvSpPr/>
              <p:nvPr/>
            </p:nvSpPr>
            <p:spPr>
              <a:xfrm>
                <a:off x="2020475" y="1832800"/>
                <a:ext cx="609325" cy="484300"/>
              </a:xfrm>
              <a:custGeom>
                <a:rect b="b" l="l" r="r" t="t"/>
                <a:pathLst>
                  <a:path extrusionOk="0" h="19372" w="24373">
                    <a:moveTo>
                      <a:pt x="3049" y="0"/>
                    </a:moveTo>
                    <a:cubicBezTo>
                      <a:pt x="3049" y="0"/>
                      <a:pt x="1" y="1953"/>
                      <a:pt x="608" y="4703"/>
                    </a:cubicBezTo>
                    <a:cubicBezTo>
                      <a:pt x="1227" y="7442"/>
                      <a:pt x="9288" y="14907"/>
                      <a:pt x="13312" y="15824"/>
                    </a:cubicBezTo>
                    <a:lnTo>
                      <a:pt x="13312" y="16002"/>
                    </a:lnTo>
                    <a:lnTo>
                      <a:pt x="22753" y="19372"/>
                    </a:lnTo>
                    <a:cubicBezTo>
                      <a:pt x="23658" y="13907"/>
                      <a:pt x="24373" y="9275"/>
                      <a:pt x="24373" y="9275"/>
                    </a:cubicBezTo>
                    <a:lnTo>
                      <a:pt x="30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7"/>
              <p:cNvSpPr/>
              <p:nvPr/>
            </p:nvSpPr>
            <p:spPr>
              <a:xfrm>
                <a:off x="2085075" y="1839650"/>
                <a:ext cx="281600" cy="146175"/>
              </a:xfrm>
              <a:custGeom>
                <a:rect b="b" l="l" r="r" t="t"/>
                <a:pathLst>
                  <a:path extrusionOk="0" h="5847" w="11264">
                    <a:moveTo>
                      <a:pt x="1000" y="0"/>
                    </a:moveTo>
                    <a:lnTo>
                      <a:pt x="1000" y="0"/>
                    </a:lnTo>
                    <a:cubicBezTo>
                      <a:pt x="1000" y="0"/>
                      <a:pt x="0" y="1727"/>
                      <a:pt x="2953" y="3513"/>
                    </a:cubicBezTo>
                    <a:cubicBezTo>
                      <a:pt x="5906" y="5298"/>
                      <a:pt x="10192" y="5846"/>
                      <a:pt x="10192" y="5846"/>
                    </a:cubicBezTo>
                    <a:lnTo>
                      <a:pt x="11264" y="4465"/>
                    </a:lnTo>
                    <a:lnTo>
                      <a:pt x="10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37"/>
              <p:cNvSpPr/>
              <p:nvPr/>
            </p:nvSpPr>
            <p:spPr>
              <a:xfrm>
                <a:off x="2035650" y="1955328"/>
                <a:ext cx="359300" cy="304525"/>
              </a:xfrm>
              <a:custGeom>
                <a:rect b="b" l="l" r="r" t="t"/>
                <a:pathLst>
                  <a:path extrusionOk="0" h="12181" w="14372">
                    <a:moveTo>
                      <a:pt x="1" y="0"/>
                    </a:moveTo>
                    <a:cubicBezTo>
                      <a:pt x="1" y="72"/>
                      <a:pt x="25" y="131"/>
                      <a:pt x="48" y="191"/>
                    </a:cubicBezTo>
                    <a:cubicBezTo>
                      <a:pt x="96" y="369"/>
                      <a:pt x="168" y="548"/>
                      <a:pt x="251" y="715"/>
                    </a:cubicBezTo>
                    <a:cubicBezTo>
                      <a:pt x="358" y="941"/>
                      <a:pt x="501" y="1203"/>
                      <a:pt x="680" y="1501"/>
                    </a:cubicBezTo>
                    <a:cubicBezTo>
                      <a:pt x="763" y="1643"/>
                      <a:pt x="870" y="1798"/>
                      <a:pt x="977" y="1965"/>
                    </a:cubicBezTo>
                    <a:cubicBezTo>
                      <a:pt x="1084" y="2132"/>
                      <a:pt x="1203" y="2298"/>
                      <a:pt x="1322" y="2477"/>
                    </a:cubicBezTo>
                    <a:cubicBezTo>
                      <a:pt x="1584" y="2834"/>
                      <a:pt x="1870" y="3215"/>
                      <a:pt x="2204" y="3596"/>
                    </a:cubicBezTo>
                    <a:lnTo>
                      <a:pt x="2454" y="3894"/>
                    </a:lnTo>
                    <a:lnTo>
                      <a:pt x="2727" y="4191"/>
                    </a:lnTo>
                    <a:cubicBezTo>
                      <a:pt x="2906" y="4406"/>
                      <a:pt x="3108" y="4596"/>
                      <a:pt x="3299" y="4810"/>
                    </a:cubicBezTo>
                    <a:cubicBezTo>
                      <a:pt x="3501" y="5013"/>
                      <a:pt x="3716" y="5227"/>
                      <a:pt x="3942" y="5430"/>
                    </a:cubicBezTo>
                    <a:cubicBezTo>
                      <a:pt x="4156" y="5632"/>
                      <a:pt x="4382" y="5834"/>
                      <a:pt x="4620" y="6037"/>
                    </a:cubicBezTo>
                    <a:cubicBezTo>
                      <a:pt x="4871" y="6239"/>
                      <a:pt x="5121" y="6442"/>
                      <a:pt x="5371" y="6644"/>
                    </a:cubicBezTo>
                    <a:cubicBezTo>
                      <a:pt x="5621" y="6846"/>
                      <a:pt x="5883" y="7049"/>
                      <a:pt x="6156" y="7239"/>
                    </a:cubicBezTo>
                    <a:cubicBezTo>
                      <a:pt x="7228" y="8025"/>
                      <a:pt x="8276" y="8740"/>
                      <a:pt x="9240" y="9347"/>
                    </a:cubicBezTo>
                    <a:cubicBezTo>
                      <a:pt x="9728" y="9656"/>
                      <a:pt x="10193" y="9942"/>
                      <a:pt x="10633" y="10204"/>
                    </a:cubicBezTo>
                    <a:cubicBezTo>
                      <a:pt x="11074" y="10466"/>
                      <a:pt x="11490" y="10704"/>
                      <a:pt x="11871" y="10906"/>
                    </a:cubicBezTo>
                    <a:cubicBezTo>
                      <a:pt x="12633" y="11335"/>
                      <a:pt x="13253" y="11657"/>
                      <a:pt x="13693" y="11871"/>
                    </a:cubicBezTo>
                    <a:cubicBezTo>
                      <a:pt x="13907" y="11978"/>
                      <a:pt x="14086" y="12061"/>
                      <a:pt x="14193" y="12109"/>
                    </a:cubicBezTo>
                    <a:cubicBezTo>
                      <a:pt x="14253" y="12145"/>
                      <a:pt x="14312" y="12169"/>
                      <a:pt x="14372" y="12180"/>
                    </a:cubicBezTo>
                    <a:cubicBezTo>
                      <a:pt x="14324" y="12145"/>
                      <a:pt x="14276" y="12109"/>
                      <a:pt x="14217" y="12085"/>
                    </a:cubicBezTo>
                    <a:lnTo>
                      <a:pt x="13729" y="11811"/>
                    </a:lnTo>
                    <a:cubicBezTo>
                      <a:pt x="13300" y="11585"/>
                      <a:pt x="12681" y="11252"/>
                      <a:pt x="11931" y="10811"/>
                    </a:cubicBezTo>
                    <a:cubicBezTo>
                      <a:pt x="11550" y="10597"/>
                      <a:pt x="11145" y="10359"/>
                      <a:pt x="10705" y="10097"/>
                    </a:cubicBezTo>
                    <a:cubicBezTo>
                      <a:pt x="10264" y="9835"/>
                      <a:pt x="9812" y="9549"/>
                      <a:pt x="9323" y="9228"/>
                    </a:cubicBezTo>
                    <a:cubicBezTo>
                      <a:pt x="8359" y="8609"/>
                      <a:pt x="7323" y="7894"/>
                      <a:pt x="6252" y="7120"/>
                    </a:cubicBezTo>
                    <a:cubicBezTo>
                      <a:pt x="5990" y="6918"/>
                      <a:pt x="5740" y="6715"/>
                      <a:pt x="5466" y="6525"/>
                    </a:cubicBezTo>
                    <a:cubicBezTo>
                      <a:pt x="5204" y="6334"/>
                      <a:pt x="4966" y="6132"/>
                      <a:pt x="4728" y="5930"/>
                    </a:cubicBezTo>
                    <a:cubicBezTo>
                      <a:pt x="4490" y="5739"/>
                      <a:pt x="4251" y="5537"/>
                      <a:pt x="4037" y="5322"/>
                    </a:cubicBezTo>
                    <a:cubicBezTo>
                      <a:pt x="3823" y="5120"/>
                      <a:pt x="3608" y="4918"/>
                      <a:pt x="3406" y="4715"/>
                    </a:cubicBezTo>
                    <a:cubicBezTo>
                      <a:pt x="3204" y="4513"/>
                      <a:pt x="3013" y="4310"/>
                      <a:pt x="2823" y="4108"/>
                    </a:cubicBezTo>
                    <a:lnTo>
                      <a:pt x="2561" y="3810"/>
                    </a:lnTo>
                    <a:lnTo>
                      <a:pt x="2299" y="3513"/>
                    </a:lnTo>
                    <a:cubicBezTo>
                      <a:pt x="1965" y="3132"/>
                      <a:pt x="1668" y="2763"/>
                      <a:pt x="1406" y="2417"/>
                    </a:cubicBezTo>
                    <a:cubicBezTo>
                      <a:pt x="1287" y="2239"/>
                      <a:pt x="1156" y="2072"/>
                      <a:pt x="1049" y="1905"/>
                    </a:cubicBezTo>
                    <a:cubicBezTo>
                      <a:pt x="953" y="1751"/>
                      <a:pt x="846" y="1596"/>
                      <a:pt x="751" y="1453"/>
                    </a:cubicBezTo>
                    <a:cubicBezTo>
                      <a:pt x="572" y="1155"/>
                      <a:pt x="418" y="905"/>
                      <a:pt x="310" y="691"/>
                    </a:cubicBezTo>
                    <a:cubicBezTo>
                      <a:pt x="191" y="477"/>
                      <a:pt x="120" y="298"/>
                      <a:pt x="72" y="191"/>
                    </a:cubicBezTo>
                    <a:cubicBezTo>
                      <a:pt x="48" y="119"/>
                      <a:pt x="25" y="60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0" name="Google Shape;490;p37"/>
            <p:cNvSpPr/>
            <p:nvPr/>
          </p:nvSpPr>
          <p:spPr>
            <a:xfrm>
              <a:off x="5563747" y="2841218"/>
              <a:ext cx="912300" cy="41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7"/>
            <p:cNvSpPr/>
            <p:nvPr/>
          </p:nvSpPr>
          <p:spPr>
            <a:xfrm rot="-1487630">
              <a:off x="5538646" y="1847812"/>
              <a:ext cx="321208" cy="474625"/>
            </a:xfrm>
            <a:prstGeom prst="roundRect">
              <a:avLst>
                <a:gd fmla="val 7636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7"/>
            <p:cNvSpPr/>
            <p:nvPr/>
          </p:nvSpPr>
          <p:spPr>
            <a:xfrm rot="-1475151">
              <a:off x="5839962" y="1690032"/>
              <a:ext cx="310775" cy="464339"/>
            </a:xfrm>
            <a:prstGeom prst="roundRect">
              <a:avLst>
                <a:gd fmla="val 7636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7"/>
            <p:cNvSpPr/>
            <p:nvPr/>
          </p:nvSpPr>
          <p:spPr>
            <a:xfrm rot="-1391475">
              <a:off x="6141990" y="1378096"/>
              <a:ext cx="307769" cy="615105"/>
            </a:xfrm>
            <a:prstGeom prst="roundRect">
              <a:avLst>
                <a:gd fmla="val 7636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7"/>
            <p:cNvSpPr/>
            <p:nvPr/>
          </p:nvSpPr>
          <p:spPr>
            <a:xfrm rot="1987530">
              <a:off x="6085484" y="1333515"/>
              <a:ext cx="181565" cy="128916"/>
            </a:xfrm>
            <a:custGeom>
              <a:rect b="b" l="l" r="r" t="t"/>
              <a:pathLst>
                <a:path extrusionOk="0" h="4108" w="5597">
                  <a:moveTo>
                    <a:pt x="5596" y="0"/>
                  </a:moveTo>
                  <a:lnTo>
                    <a:pt x="5596" y="0"/>
                  </a:lnTo>
                  <a:cubicBezTo>
                    <a:pt x="5596" y="0"/>
                    <a:pt x="5525" y="72"/>
                    <a:pt x="5406" y="215"/>
                  </a:cubicBezTo>
                  <a:cubicBezTo>
                    <a:pt x="5346" y="274"/>
                    <a:pt x="5275" y="357"/>
                    <a:pt x="5191" y="453"/>
                  </a:cubicBezTo>
                  <a:cubicBezTo>
                    <a:pt x="5096" y="548"/>
                    <a:pt x="5013" y="655"/>
                    <a:pt x="4894" y="762"/>
                  </a:cubicBezTo>
                  <a:cubicBezTo>
                    <a:pt x="4679" y="1000"/>
                    <a:pt x="4417" y="1262"/>
                    <a:pt x="4108" y="1548"/>
                  </a:cubicBezTo>
                  <a:cubicBezTo>
                    <a:pt x="3941" y="1679"/>
                    <a:pt x="3774" y="1822"/>
                    <a:pt x="3608" y="1977"/>
                  </a:cubicBezTo>
                  <a:cubicBezTo>
                    <a:pt x="3429" y="2120"/>
                    <a:pt x="3251" y="2262"/>
                    <a:pt x="3048" y="2405"/>
                  </a:cubicBezTo>
                  <a:cubicBezTo>
                    <a:pt x="2858" y="2548"/>
                    <a:pt x="2655" y="2679"/>
                    <a:pt x="2465" y="2798"/>
                  </a:cubicBezTo>
                  <a:cubicBezTo>
                    <a:pt x="2286" y="2929"/>
                    <a:pt x="2096" y="3036"/>
                    <a:pt x="1917" y="3144"/>
                  </a:cubicBezTo>
                  <a:cubicBezTo>
                    <a:pt x="1548" y="3358"/>
                    <a:pt x="1215" y="3536"/>
                    <a:pt x="929" y="3667"/>
                  </a:cubicBezTo>
                  <a:cubicBezTo>
                    <a:pt x="786" y="3739"/>
                    <a:pt x="655" y="3798"/>
                    <a:pt x="536" y="3846"/>
                  </a:cubicBezTo>
                  <a:cubicBezTo>
                    <a:pt x="429" y="3906"/>
                    <a:pt x="322" y="3941"/>
                    <a:pt x="238" y="3977"/>
                  </a:cubicBezTo>
                  <a:cubicBezTo>
                    <a:pt x="155" y="4001"/>
                    <a:pt x="72" y="4048"/>
                    <a:pt x="0" y="4108"/>
                  </a:cubicBezTo>
                  <a:cubicBezTo>
                    <a:pt x="84" y="4096"/>
                    <a:pt x="179" y="4072"/>
                    <a:pt x="262" y="4036"/>
                  </a:cubicBezTo>
                  <a:cubicBezTo>
                    <a:pt x="345" y="4013"/>
                    <a:pt x="453" y="3977"/>
                    <a:pt x="572" y="3929"/>
                  </a:cubicBezTo>
                  <a:cubicBezTo>
                    <a:pt x="691" y="3882"/>
                    <a:pt x="822" y="3834"/>
                    <a:pt x="977" y="3763"/>
                  </a:cubicBezTo>
                  <a:cubicBezTo>
                    <a:pt x="1310" y="3620"/>
                    <a:pt x="1655" y="3453"/>
                    <a:pt x="1977" y="3274"/>
                  </a:cubicBezTo>
                  <a:cubicBezTo>
                    <a:pt x="2155" y="3167"/>
                    <a:pt x="2346" y="3048"/>
                    <a:pt x="2548" y="2929"/>
                  </a:cubicBezTo>
                  <a:cubicBezTo>
                    <a:pt x="2751" y="2810"/>
                    <a:pt x="2953" y="2679"/>
                    <a:pt x="3143" y="2524"/>
                  </a:cubicBezTo>
                  <a:cubicBezTo>
                    <a:pt x="3334" y="2382"/>
                    <a:pt x="3524" y="2227"/>
                    <a:pt x="3703" y="2084"/>
                  </a:cubicBezTo>
                  <a:cubicBezTo>
                    <a:pt x="3882" y="1941"/>
                    <a:pt x="4048" y="1786"/>
                    <a:pt x="4203" y="1643"/>
                  </a:cubicBezTo>
                  <a:cubicBezTo>
                    <a:pt x="4477" y="1381"/>
                    <a:pt x="4739" y="1119"/>
                    <a:pt x="4977" y="834"/>
                  </a:cubicBezTo>
                  <a:cubicBezTo>
                    <a:pt x="5084" y="715"/>
                    <a:pt x="5179" y="596"/>
                    <a:pt x="5251" y="500"/>
                  </a:cubicBezTo>
                  <a:cubicBezTo>
                    <a:pt x="5334" y="405"/>
                    <a:pt x="5406" y="310"/>
                    <a:pt x="5453" y="238"/>
                  </a:cubicBezTo>
                  <a:cubicBezTo>
                    <a:pt x="5513" y="167"/>
                    <a:pt x="5560" y="84"/>
                    <a:pt x="55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7"/>
            <p:cNvSpPr/>
            <p:nvPr/>
          </p:nvSpPr>
          <p:spPr>
            <a:xfrm rot="-1475151">
              <a:off x="5477062" y="1752039"/>
              <a:ext cx="310775" cy="405272"/>
            </a:xfrm>
            <a:prstGeom prst="roundRect">
              <a:avLst>
                <a:gd fmla="val 7636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7"/>
            <p:cNvSpPr/>
            <p:nvPr/>
          </p:nvSpPr>
          <p:spPr>
            <a:xfrm rot="-1475151">
              <a:off x="5813587" y="1701011"/>
              <a:ext cx="310775" cy="464339"/>
            </a:xfrm>
            <a:prstGeom prst="roundRect">
              <a:avLst>
                <a:gd fmla="val 7636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5696675" y="1569425"/>
              <a:ext cx="224200" cy="630850"/>
            </a:xfrm>
            <a:custGeom>
              <a:rect b="b" l="l" r="r" t="t"/>
              <a:pathLst>
                <a:path extrusionOk="0" h="25234" w="8968">
                  <a:moveTo>
                    <a:pt x="0" y="0"/>
                  </a:moveTo>
                  <a:lnTo>
                    <a:pt x="2550" y="12133"/>
                  </a:lnTo>
                  <a:lnTo>
                    <a:pt x="8968" y="25234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8" name="Google Shape;498;p37"/>
            <p:cNvSpPr/>
            <p:nvPr/>
          </p:nvSpPr>
          <p:spPr>
            <a:xfrm rot="135488">
              <a:off x="5716669" y="1726585"/>
              <a:ext cx="227973" cy="472620"/>
            </a:xfrm>
            <a:custGeom>
              <a:rect b="b" l="l" r="r" t="t"/>
              <a:pathLst>
                <a:path extrusionOk="0" h="12181" w="14372">
                  <a:moveTo>
                    <a:pt x="1" y="0"/>
                  </a:moveTo>
                  <a:cubicBezTo>
                    <a:pt x="1" y="72"/>
                    <a:pt x="25" y="131"/>
                    <a:pt x="48" y="191"/>
                  </a:cubicBezTo>
                  <a:cubicBezTo>
                    <a:pt x="96" y="369"/>
                    <a:pt x="168" y="548"/>
                    <a:pt x="251" y="715"/>
                  </a:cubicBezTo>
                  <a:cubicBezTo>
                    <a:pt x="358" y="941"/>
                    <a:pt x="501" y="1203"/>
                    <a:pt x="680" y="1501"/>
                  </a:cubicBezTo>
                  <a:cubicBezTo>
                    <a:pt x="763" y="1643"/>
                    <a:pt x="870" y="1798"/>
                    <a:pt x="977" y="1965"/>
                  </a:cubicBezTo>
                  <a:cubicBezTo>
                    <a:pt x="1084" y="2132"/>
                    <a:pt x="1203" y="2298"/>
                    <a:pt x="1322" y="2477"/>
                  </a:cubicBezTo>
                  <a:cubicBezTo>
                    <a:pt x="1584" y="2834"/>
                    <a:pt x="1870" y="3215"/>
                    <a:pt x="2204" y="3596"/>
                  </a:cubicBezTo>
                  <a:lnTo>
                    <a:pt x="2454" y="3894"/>
                  </a:lnTo>
                  <a:lnTo>
                    <a:pt x="2727" y="4191"/>
                  </a:lnTo>
                  <a:cubicBezTo>
                    <a:pt x="2906" y="4406"/>
                    <a:pt x="3108" y="4596"/>
                    <a:pt x="3299" y="4810"/>
                  </a:cubicBezTo>
                  <a:cubicBezTo>
                    <a:pt x="3501" y="5013"/>
                    <a:pt x="3716" y="5227"/>
                    <a:pt x="3942" y="5430"/>
                  </a:cubicBezTo>
                  <a:cubicBezTo>
                    <a:pt x="4156" y="5632"/>
                    <a:pt x="4382" y="5834"/>
                    <a:pt x="4620" y="6037"/>
                  </a:cubicBezTo>
                  <a:cubicBezTo>
                    <a:pt x="4871" y="6239"/>
                    <a:pt x="5121" y="6442"/>
                    <a:pt x="5371" y="6644"/>
                  </a:cubicBezTo>
                  <a:cubicBezTo>
                    <a:pt x="5621" y="6846"/>
                    <a:pt x="5883" y="7049"/>
                    <a:pt x="6156" y="7239"/>
                  </a:cubicBezTo>
                  <a:cubicBezTo>
                    <a:pt x="7228" y="8025"/>
                    <a:pt x="8276" y="8740"/>
                    <a:pt x="9240" y="9347"/>
                  </a:cubicBezTo>
                  <a:cubicBezTo>
                    <a:pt x="9728" y="9656"/>
                    <a:pt x="10193" y="9942"/>
                    <a:pt x="10633" y="10204"/>
                  </a:cubicBezTo>
                  <a:cubicBezTo>
                    <a:pt x="11074" y="10466"/>
                    <a:pt x="11490" y="10704"/>
                    <a:pt x="11871" y="10906"/>
                  </a:cubicBezTo>
                  <a:cubicBezTo>
                    <a:pt x="12633" y="11335"/>
                    <a:pt x="13253" y="11657"/>
                    <a:pt x="13693" y="11871"/>
                  </a:cubicBezTo>
                  <a:cubicBezTo>
                    <a:pt x="13907" y="11978"/>
                    <a:pt x="14086" y="12061"/>
                    <a:pt x="14193" y="12109"/>
                  </a:cubicBezTo>
                  <a:cubicBezTo>
                    <a:pt x="14253" y="12145"/>
                    <a:pt x="14312" y="12169"/>
                    <a:pt x="14372" y="12180"/>
                  </a:cubicBezTo>
                  <a:cubicBezTo>
                    <a:pt x="14324" y="12145"/>
                    <a:pt x="14276" y="12109"/>
                    <a:pt x="14217" y="12085"/>
                  </a:cubicBezTo>
                  <a:lnTo>
                    <a:pt x="13729" y="11811"/>
                  </a:lnTo>
                  <a:cubicBezTo>
                    <a:pt x="13300" y="11585"/>
                    <a:pt x="12681" y="11252"/>
                    <a:pt x="11931" y="10811"/>
                  </a:cubicBezTo>
                  <a:cubicBezTo>
                    <a:pt x="11550" y="10597"/>
                    <a:pt x="11145" y="10359"/>
                    <a:pt x="10705" y="10097"/>
                  </a:cubicBezTo>
                  <a:cubicBezTo>
                    <a:pt x="10264" y="9835"/>
                    <a:pt x="9812" y="9549"/>
                    <a:pt x="9323" y="9228"/>
                  </a:cubicBezTo>
                  <a:cubicBezTo>
                    <a:pt x="8359" y="8609"/>
                    <a:pt x="7323" y="7894"/>
                    <a:pt x="6252" y="7120"/>
                  </a:cubicBezTo>
                  <a:cubicBezTo>
                    <a:pt x="5990" y="6918"/>
                    <a:pt x="5740" y="6715"/>
                    <a:pt x="5466" y="6525"/>
                  </a:cubicBezTo>
                  <a:cubicBezTo>
                    <a:pt x="5204" y="6334"/>
                    <a:pt x="4966" y="6132"/>
                    <a:pt x="4728" y="5930"/>
                  </a:cubicBezTo>
                  <a:cubicBezTo>
                    <a:pt x="4490" y="5739"/>
                    <a:pt x="4251" y="5537"/>
                    <a:pt x="4037" y="5322"/>
                  </a:cubicBezTo>
                  <a:cubicBezTo>
                    <a:pt x="3823" y="5120"/>
                    <a:pt x="3608" y="4918"/>
                    <a:pt x="3406" y="4715"/>
                  </a:cubicBezTo>
                  <a:cubicBezTo>
                    <a:pt x="3204" y="4513"/>
                    <a:pt x="3013" y="4310"/>
                    <a:pt x="2823" y="4108"/>
                  </a:cubicBezTo>
                  <a:lnTo>
                    <a:pt x="2561" y="3810"/>
                  </a:lnTo>
                  <a:lnTo>
                    <a:pt x="2299" y="3513"/>
                  </a:lnTo>
                  <a:cubicBezTo>
                    <a:pt x="1965" y="3132"/>
                    <a:pt x="1668" y="2763"/>
                    <a:pt x="1406" y="2417"/>
                  </a:cubicBezTo>
                  <a:cubicBezTo>
                    <a:pt x="1287" y="2239"/>
                    <a:pt x="1156" y="2072"/>
                    <a:pt x="1049" y="1905"/>
                  </a:cubicBezTo>
                  <a:cubicBezTo>
                    <a:pt x="953" y="1751"/>
                    <a:pt x="846" y="1596"/>
                    <a:pt x="751" y="1453"/>
                  </a:cubicBezTo>
                  <a:cubicBezTo>
                    <a:pt x="572" y="1155"/>
                    <a:pt x="418" y="905"/>
                    <a:pt x="310" y="691"/>
                  </a:cubicBezTo>
                  <a:cubicBezTo>
                    <a:pt x="191" y="477"/>
                    <a:pt x="120" y="298"/>
                    <a:pt x="72" y="191"/>
                  </a:cubicBezTo>
                  <a:cubicBezTo>
                    <a:pt x="48" y="119"/>
                    <a:pt x="25" y="6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7"/>
            <p:cNvSpPr/>
            <p:nvPr/>
          </p:nvSpPr>
          <p:spPr>
            <a:xfrm rot="-482136">
              <a:off x="5454141" y="1848820"/>
              <a:ext cx="227987" cy="472619"/>
            </a:xfrm>
            <a:custGeom>
              <a:rect b="b" l="l" r="r" t="t"/>
              <a:pathLst>
                <a:path extrusionOk="0" h="12181" w="14372">
                  <a:moveTo>
                    <a:pt x="1" y="0"/>
                  </a:moveTo>
                  <a:cubicBezTo>
                    <a:pt x="1" y="72"/>
                    <a:pt x="25" y="131"/>
                    <a:pt x="48" y="191"/>
                  </a:cubicBezTo>
                  <a:cubicBezTo>
                    <a:pt x="96" y="369"/>
                    <a:pt x="168" y="548"/>
                    <a:pt x="251" y="715"/>
                  </a:cubicBezTo>
                  <a:cubicBezTo>
                    <a:pt x="358" y="941"/>
                    <a:pt x="501" y="1203"/>
                    <a:pt x="680" y="1501"/>
                  </a:cubicBezTo>
                  <a:cubicBezTo>
                    <a:pt x="763" y="1643"/>
                    <a:pt x="870" y="1798"/>
                    <a:pt x="977" y="1965"/>
                  </a:cubicBezTo>
                  <a:cubicBezTo>
                    <a:pt x="1084" y="2132"/>
                    <a:pt x="1203" y="2298"/>
                    <a:pt x="1322" y="2477"/>
                  </a:cubicBezTo>
                  <a:cubicBezTo>
                    <a:pt x="1584" y="2834"/>
                    <a:pt x="1870" y="3215"/>
                    <a:pt x="2204" y="3596"/>
                  </a:cubicBezTo>
                  <a:lnTo>
                    <a:pt x="2454" y="3894"/>
                  </a:lnTo>
                  <a:lnTo>
                    <a:pt x="2727" y="4191"/>
                  </a:lnTo>
                  <a:cubicBezTo>
                    <a:pt x="2906" y="4406"/>
                    <a:pt x="3108" y="4596"/>
                    <a:pt x="3299" y="4810"/>
                  </a:cubicBezTo>
                  <a:cubicBezTo>
                    <a:pt x="3501" y="5013"/>
                    <a:pt x="3716" y="5227"/>
                    <a:pt x="3942" y="5430"/>
                  </a:cubicBezTo>
                  <a:cubicBezTo>
                    <a:pt x="4156" y="5632"/>
                    <a:pt x="4382" y="5834"/>
                    <a:pt x="4620" y="6037"/>
                  </a:cubicBezTo>
                  <a:cubicBezTo>
                    <a:pt x="4871" y="6239"/>
                    <a:pt x="5121" y="6442"/>
                    <a:pt x="5371" y="6644"/>
                  </a:cubicBezTo>
                  <a:cubicBezTo>
                    <a:pt x="5621" y="6846"/>
                    <a:pt x="5883" y="7049"/>
                    <a:pt x="6156" y="7239"/>
                  </a:cubicBezTo>
                  <a:cubicBezTo>
                    <a:pt x="7228" y="8025"/>
                    <a:pt x="8276" y="8740"/>
                    <a:pt x="9240" y="9347"/>
                  </a:cubicBezTo>
                  <a:cubicBezTo>
                    <a:pt x="9728" y="9656"/>
                    <a:pt x="10193" y="9942"/>
                    <a:pt x="10633" y="10204"/>
                  </a:cubicBezTo>
                  <a:cubicBezTo>
                    <a:pt x="11074" y="10466"/>
                    <a:pt x="11490" y="10704"/>
                    <a:pt x="11871" y="10906"/>
                  </a:cubicBezTo>
                  <a:cubicBezTo>
                    <a:pt x="12633" y="11335"/>
                    <a:pt x="13253" y="11657"/>
                    <a:pt x="13693" y="11871"/>
                  </a:cubicBezTo>
                  <a:cubicBezTo>
                    <a:pt x="13907" y="11978"/>
                    <a:pt x="14086" y="12061"/>
                    <a:pt x="14193" y="12109"/>
                  </a:cubicBezTo>
                  <a:cubicBezTo>
                    <a:pt x="14253" y="12145"/>
                    <a:pt x="14312" y="12169"/>
                    <a:pt x="14372" y="12180"/>
                  </a:cubicBezTo>
                  <a:cubicBezTo>
                    <a:pt x="14324" y="12145"/>
                    <a:pt x="14276" y="12109"/>
                    <a:pt x="14217" y="12085"/>
                  </a:cubicBezTo>
                  <a:lnTo>
                    <a:pt x="13729" y="11811"/>
                  </a:lnTo>
                  <a:cubicBezTo>
                    <a:pt x="13300" y="11585"/>
                    <a:pt x="12681" y="11252"/>
                    <a:pt x="11931" y="10811"/>
                  </a:cubicBezTo>
                  <a:cubicBezTo>
                    <a:pt x="11550" y="10597"/>
                    <a:pt x="11145" y="10359"/>
                    <a:pt x="10705" y="10097"/>
                  </a:cubicBezTo>
                  <a:cubicBezTo>
                    <a:pt x="10264" y="9835"/>
                    <a:pt x="9812" y="9549"/>
                    <a:pt x="9323" y="9228"/>
                  </a:cubicBezTo>
                  <a:cubicBezTo>
                    <a:pt x="8359" y="8609"/>
                    <a:pt x="7323" y="7894"/>
                    <a:pt x="6252" y="7120"/>
                  </a:cubicBezTo>
                  <a:cubicBezTo>
                    <a:pt x="5990" y="6918"/>
                    <a:pt x="5740" y="6715"/>
                    <a:pt x="5466" y="6525"/>
                  </a:cubicBezTo>
                  <a:cubicBezTo>
                    <a:pt x="5204" y="6334"/>
                    <a:pt x="4966" y="6132"/>
                    <a:pt x="4728" y="5930"/>
                  </a:cubicBezTo>
                  <a:cubicBezTo>
                    <a:pt x="4490" y="5739"/>
                    <a:pt x="4251" y="5537"/>
                    <a:pt x="4037" y="5322"/>
                  </a:cubicBezTo>
                  <a:cubicBezTo>
                    <a:pt x="3823" y="5120"/>
                    <a:pt x="3608" y="4918"/>
                    <a:pt x="3406" y="4715"/>
                  </a:cubicBezTo>
                  <a:cubicBezTo>
                    <a:pt x="3204" y="4513"/>
                    <a:pt x="3013" y="4310"/>
                    <a:pt x="2823" y="4108"/>
                  </a:cubicBezTo>
                  <a:lnTo>
                    <a:pt x="2561" y="3810"/>
                  </a:lnTo>
                  <a:lnTo>
                    <a:pt x="2299" y="3513"/>
                  </a:lnTo>
                  <a:cubicBezTo>
                    <a:pt x="1965" y="3132"/>
                    <a:pt x="1668" y="2763"/>
                    <a:pt x="1406" y="2417"/>
                  </a:cubicBezTo>
                  <a:cubicBezTo>
                    <a:pt x="1287" y="2239"/>
                    <a:pt x="1156" y="2072"/>
                    <a:pt x="1049" y="1905"/>
                  </a:cubicBezTo>
                  <a:cubicBezTo>
                    <a:pt x="953" y="1751"/>
                    <a:pt x="846" y="1596"/>
                    <a:pt x="751" y="1453"/>
                  </a:cubicBezTo>
                  <a:cubicBezTo>
                    <a:pt x="572" y="1155"/>
                    <a:pt x="418" y="905"/>
                    <a:pt x="310" y="691"/>
                  </a:cubicBezTo>
                  <a:cubicBezTo>
                    <a:pt x="191" y="477"/>
                    <a:pt x="120" y="298"/>
                    <a:pt x="72" y="191"/>
                  </a:cubicBezTo>
                  <a:cubicBezTo>
                    <a:pt x="48" y="119"/>
                    <a:pt x="25" y="6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NOSSO </a:t>
            </a:r>
            <a:r>
              <a:rPr lang="es">
                <a:solidFill>
                  <a:schemeClr val="accent1"/>
                </a:solidFill>
              </a:rPr>
              <a:t>GRUPO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124175" y="3307375"/>
            <a:ext cx="167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1500"/>
              <a:t>ANA CAROLINA</a:t>
            </a:r>
            <a:endParaRPr sz="1500"/>
          </a:p>
        </p:txBody>
      </p:sp>
      <p:grpSp>
        <p:nvGrpSpPr>
          <p:cNvPr id="506" name="Google Shape;506;p38"/>
          <p:cNvGrpSpPr/>
          <p:nvPr/>
        </p:nvGrpSpPr>
        <p:grpSpPr>
          <a:xfrm rot="-1739513">
            <a:off x="791109" y="564206"/>
            <a:ext cx="261586" cy="228697"/>
            <a:chOff x="3948000" y="3024575"/>
            <a:chExt cx="145950" cy="127600"/>
          </a:xfrm>
        </p:grpSpPr>
        <p:sp>
          <p:nvSpPr>
            <p:cNvPr id="507" name="Google Shape;507;p38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38"/>
          <p:cNvGrpSpPr/>
          <p:nvPr/>
        </p:nvGrpSpPr>
        <p:grpSpPr>
          <a:xfrm rot="-1739513">
            <a:off x="456172" y="260493"/>
            <a:ext cx="443952" cy="287171"/>
            <a:chOff x="4289900" y="2977375"/>
            <a:chExt cx="247700" cy="160225"/>
          </a:xfrm>
        </p:grpSpPr>
        <p:sp>
          <p:nvSpPr>
            <p:cNvPr id="510" name="Google Shape;510;p38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 rot="-1739513">
            <a:off x="97647" y="843303"/>
            <a:ext cx="372215" cy="377009"/>
            <a:chOff x="3510175" y="2983025"/>
            <a:chExt cx="207675" cy="210350"/>
          </a:xfrm>
        </p:grpSpPr>
        <p:sp>
          <p:nvSpPr>
            <p:cNvPr id="513" name="Google Shape;513;p38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8202101" y="4397621"/>
            <a:ext cx="710375" cy="411749"/>
            <a:chOff x="1260175" y="3462925"/>
            <a:chExt cx="257625" cy="149325"/>
          </a:xfrm>
        </p:grpSpPr>
        <p:sp>
          <p:nvSpPr>
            <p:cNvPr id="516" name="Google Shape;516;p38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" name="Google Shape;522;p38"/>
          <p:cNvGrpSpPr/>
          <p:nvPr/>
        </p:nvGrpSpPr>
        <p:grpSpPr>
          <a:xfrm>
            <a:off x="754076" y="1851779"/>
            <a:ext cx="556884" cy="1305801"/>
            <a:chOff x="6794039" y="1544979"/>
            <a:chExt cx="556884" cy="1305801"/>
          </a:xfrm>
        </p:grpSpPr>
        <p:sp>
          <p:nvSpPr>
            <p:cNvPr id="523" name="Google Shape;523;p38"/>
            <p:cNvSpPr/>
            <p:nvPr/>
          </p:nvSpPr>
          <p:spPr>
            <a:xfrm>
              <a:off x="6843751" y="2801244"/>
              <a:ext cx="457459" cy="49536"/>
            </a:xfrm>
            <a:custGeom>
              <a:rect b="b" l="l" r="r" t="t"/>
              <a:pathLst>
                <a:path extrusionOk="0" h="1962" w="18119">
                  <a:moveTo>
                    <a:pt x="9059" y="0"/>
                  </a:moveTo>
                  <a:cubicBezTo>
                    <a:pt x="4061" y="0"/>
                    <a:pt x="0" y="437"/>
                    <a:pt x="0" y="978"/>
                  </a:cubicBezTo>
                  <a:cubicBezTo>
                    <a:pt x="0" y="1519"/>
                    <a:pt x="4061" y="1962"/>
                    <a:pt x="9059" y="1962"/>
                  </a:cubicBezTo>
                  <a:cubicBezTo>
                    <a:pt x="14065" y="1962"/>
                    <a:pt x="18119" y="1519"/>
                    <a:pt x="18119" y="978"/>
                  </a:cubicBezTo>
                  <a:cubicBezTo>
                    <a:pt x="18119" y="437"/>
                    <a:pt x="14065" y="0"/>
                    <a:pt x="9059" y="0"/>
                  </a:cubicBezTo>
                  <a:close/>
                </a:path>
              </a:pathLst>
            </a:custGeom>
            <a:solidFill>
              <a:srgbClr val="778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4" name="Google Shape;524;p38"/>
            <p:cNvGrpSpPr/>
            <p:nvPr/>
          </p:nvGrpSpPr>
          <p:grpSpPr>
            <a:xfrm>
              <a:off x="6794039" y="1544979"/>
              <a:ext cx="556884" cy="1272726"/>
              <a:chOff x="6794039" y="1544979"/>
              <a:chExt cx="556884" cy="1272726"/>
            </a:xfrm>
          </p:grpSpPr>
          <p:sp>
            <p:nvSpPr>
              <p:cNvPr id="525" name="Google Shape;525;p38"/>
              <p:cNvSpPr/>
              <p:nvPr/>
            </p:nvSpPr>
            <p:spPr>
              <a:xfrm>
                <a:off x="6887026" y="1671923"/>
                <a:ext cx="366796" cy="342129"/>
              </a:xfrm>
              <a:custGeom>
                <a:rect b="b" l="l" r="r" t="t"/>
                <a:pathLst>
                  <a:path extrusionOk="0" h="13551" w="14528">
                    <a:moveTo>
                      <a:pt x="2158" y="0"/>
                    </a:moveTo>
                    <a:cubicBezTo>
                      <a:pt x="965" y="0"/>
                      <a:pt x="0" y="965"/>
                      <a:pt x="0" y="2158"/>
                    </a:cubicBezTo>
                    <a:lnTo>
                      <a:pt x="0" y="11399"/>
                    </a:lnTo>
                    <a:cubicBezTo>
                      <a:pt x="0" y="12592"/>
                      <a:pt x="965" y="13550"/>
                      <a:pt x="2158" y="13550"/>
                    </a:cubicBezTo>
                    <a:lnTo>
                      <a:pt x="12377" y="13550"/>
                    </a:lnTo>
                    <a:cubicBezTo>
                      <a:pt x="13570" y="13550"/>
                      <a:pt x="14528" y="12592"/>
                      <a:pt x="14528" y="11399"/>
                    </a:cubicBezTo>
                    <a:lnTo>
                      <a:pt x="14528" y="2158"/>
                    </a:lnTo>
                    <a:cubicBezTo>
                      <a:pt x="14528" y="965"/>
                      <a:pt x="13570" y="0"/>
                      <a:pt x="12377" y="0"/>
                    </a:cubicBezTo>
                    <a:close/>
                  </a:path>
                </a:pathLst>
              </a:custGeom>
              <a:solidFill>
                <a:srgbClr val="BEC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6" name="Google Shape;526;p38"/>
              <p:cNvGrpSpPr/>
              <p:nvPr/>
            </p:nvGrpSpPr>
            <p:grpSpPr>
              <a:xfrm>
                <a:off x="6794039" y="1545206"/>
                <a:ext cx="556884" cy="1272499"/>
                <a:chOff x="6794039" y="1545206"/>
                <a:chExt cx="556884" cy="1272499"/>
              </a:xfrm>
            </p:grpSpPr>
            <p:sp>
              <p:nvSpPr>
                <p:cNvPr id="527" name="Google Shape;527;p38"/>
                <p:cNvSpPr/>
                <p:nvPr/>
              </p:nvSpPr>
              <p:spPr>
                <a:xfrm>
                  <a:off x="6794039" y="1545206"/>
                  <a:ext cx="556884" cy="1272499"/>
                </a:xfrm>
                <a:custGeom>
                  <a:rect b="b" l="l" r="r" t="t"/>
                  <a:pathLst>
                    <a:path extrusionOk="0" h="50401" w="22057">
                      <a:moveTo>
                        <a:pt x="11028" y="1"/>
                      </a:moveTo>
                      <a:cubicBezTo>
                        <a:pt x="7053" y="1"/>
                        <a:pt x="3833" y="3220"/>
                        <a:pt x="3833" y="7196"/>
                      </a:cubicBezTo>
                      <a:lnTo>
                        <a:pt x="3833" y="7203"/>
                      </a:lnTo>
                      <a:cubicBezTo>
                        <a:pt x="3807" y="7203"/>
                        <a:pt x="3787" y="7196"/>
                        <a:pt x="3768" y="7196"/>
                      </a:cubicBezTo>
                      <a:cubicBezTo>
                        <a:pt x="3764" y="7196"/>
                        <a:pt x="3761" y="7196"/>
                        <a:pt x="3757" y="7196"/>
                      </a:cubicBezTo>
                      <a:cubicBezTo>
                        <a:pt x="3091" y="7196"/>
                        <a:pt x="2589" y="7806"/>
                        <a:pt x="2712" y="8461"/>
                      </a:cubicBezTo>
                      <a:cubicBezTo>
                        <a:pt x="2814" y="8976"/>
                        <a:pt x="3263" y="9319"/>
                        <a:pt x="3751" y="9319"/>
                      </a:cubicBezTo>
                      <a:cubicBezTo>
                        <a:pt x="3886" y="9319"/>
                        <a:pt x="4024" y="9293"/>
                        <a:pt x="4159" y="9236"/>
                      </a:cubicBezTo>
                      <a:cubicBezTo>
                        <a:pt x="4922" y="11537"/>
                        <a:pt x="6896" y="13362"/>
                        <a:pt x="9073" y="14079"/>
                      </a:cubicBezTo>
                      <a:lnTo>
                        <a:pt x="9073" y="16125"/>
                      </a:lnTo>
                      <a:lnTo>
                        <a:pt x="6864" y="16125"/>
                      </a:lnTo>
                      <a:cubicBezTo>
                        <a:pt x="6864" y="16125"/>
                        <a:pt x="6857" y="16171"/>
                        <a:pt x="6838" y="16177"/>
                      </a:cubicBezTo>
                      <a:cubicBezTo>
                        <a:pt x="6258" y="16177"/>
                        <a:pt x="5743" y="16555"/>
                        <a:pt x="5560" y="17109"/>
                      </a:cubicBezTo>
                      <a:lnTo>
                        <a:pt x="229" y="32862"/>
                      </a:lnTo>
                      <a:cubicBezTo>
                        <a:pt x="1" y="33553"/>
                        <a:pt x="372" y="34309"/>
                        <a:pt x="1070" y="34544"/>
                      </a:cubicBezTo>
                      <a:cubicBezTo>
                        <a:pt x="1209" y="34589"/>
                        <a:pt x="1350" y="34611"/>
                        <a:pt x="1488" y="34611"/>
                      </a:cubicBezTo>
                      <a:cubicBezTo>
                        <a:pt x="2045" y="34611"/>
                        <a:pt x="2563" y="34261"/>
                        <a:pt x="2751" y="33703"/>
                      </a:cubicBezTo>
                      <a:lnTo>
                        <a:pt x="2927" y="33188"/>
                      </a:lnTo>
                      <a:lnTo>
                        <a:pt x="3507" y="33436"/>
                      </a:lnTo>
                      <a:cubicBezTo>
                        <a:pt x="3507" y="33436"/>
                        <a:pt x="4009" y="32419"/>
                        <a:pt x="3468" y="31578"/>
                      </a:cubicBezTo>
                      <a:lnTo>
                        <a:pt x="6733" y="21919"/>
                      </a:lnTo>
                      <a:lnTo>
                        <a:pt x="6733" y="21919"/>
                      </a:lnTo>
                      <a:cubicBezTo>
                        <a:pt x="6733" y="27707"/>
                        <a:pt x="5951" y="29173"/>
                        <a:pt x="5951" y="32367"/>
                      </a:cubicBezTo>
                      <a:cubicBezTo>
                        <a:pt x="5951" y="35560"/>
                        <a:pt x="7861" y="48498"/>
                        <a:pt x="7861" y="48498"/>
                      </a:cubicBezTo>
                      <a:lnTo>
                        <a:pt x="5554" y="50401"/>
                      </a:lnTo>
                      <a:lnTo>
                        <a:pt x="10012" y="50401"/>
                      </a:lnTo>
                      <a:lnTo>
                        <a:pt x="10761" y="31630"/>
                      </a:lnTo>
                      <a:lnTo>
                        <a:pt x="11139" y="31630"/>
                      </a:lnTo>
                      <a:lnTo>
                        <a:pt x="11889" y="50401"/>
                      </a:lnTo>
                      <a:lnTo>
                        <a:pt x="16353" y="50401"/>
                      </a:lnTo>
                      <a:lnTo>
                        <a:pt x="14046" y="48498"/>
                      </a:lnTo>
                      <a:cubicBezTo>
                        <a:pt x="14046" y="48498"/>
                        <a:pt x="15949" y="34172"/>
                        <a:pt x="15949" y="31591"/>
                      </a:cubicBezTo>
                      <a:cubicBezTo>
                        <a:pt x="15949" y="29004"/>
                        <a:pt x="15291" y="27681"/>
                        <a:pt x="15291" y="21821"/>
                      </a:cubicBezTo>
                      <a:lnTo>
                        <a:pt x="15291" y="21821"/>
                      </a:lnTo>
                      <a:lnTo>
                        <a:pt x="18595" y="31578"/>
                      </a:lnTo>
                      <a:cubicBezTo>
                        <a:pt x="18048" y="32412"/>
                        <a:pt x="18556" y="33423"/>
                        <a:pt x="18556" y="33423"/>
                      </a:cubicBezTo>
                      <a:lnTo>
                        <a:pt x="19136" y="33181"/>
                      </a:lnTo>
                      <a:lnTo>
                        <a:pt x="19312" y="33703"/>
                      </a:lnTo>
                      <a:cubicBezTo>
                        <a:pt x="19495" y="34261"/>
                        <a:pt x="20012" y="34611"/>
                        <a:pt x="20569" y="34611"/>
                      </a:cubicBezTo>
                      <a:cubicBezTo>
                        <a:pt x="20707" y="34611"/>
                        <a:pt x="20848" y="34589"/>
                        <a:pt x="20987" y="34544"/>
                      </a:cubicBezTo>
                      <a:cubicBezTo>
                        <a:pt x="21685" y="34316"/>
                        <a:pt x="22056" y="33566"/>
                        <a:pt x="21828" y="32869"/>
                      </a:cubicBezTo>
                      <a:lnTo>
                        <a:pt x="16497" y="17122"/>
                      </a:lnTo>
                      <a:cubicBezTo>
                        <a:pt x="16334" y="16607"/>
                        <a:pt x="15878" y="16236"/>
                        <a:pt x="15337" y="16184"/>
                      </a:cubicBezTo>
                      <a:cubicBezTo>
                        <a:pt x="15317" y="16171"/>
                        <a:pt x="15304" y="16125"/>
                        <a:pt x="15304" y="16125"/>
                      </a:cubicBezTo>
                      <a:lnTo>
                        <a:pt x="12827" y="16125"/>
                      </a:lnTo>
                      <a:lnTo>
                        <a:pt x="12827" y="14124"/>
                      </a:lnTo>
                      <a:cubicBezTo>
                        <a:pt x="15050" y="13453"/>
                        <a:pt x="17096" y="11615"/>
                        <a:pt x="17885" y="9275"/>
                      </a:cubicBezTo>
                      <a:cubicBezTo>
                        <a:pt x="17970" y="9301"/>
                        <a:pt x="18054" y="9308"/>
                        <a:pt x="18139" y="9308"/>
                      </a:cubicBezTo>
                      <a:cubicBezTo>
                        <a:pt x="18143" y="9308"/>
                        <a:pt x="18147" y="9308"/>
                        <a:pt x="18151" y="9308"/>
                      </a:cubicBezTo>
                      <a:cubicBezTo>
                        <a:pt x="18713" y="9308"/>
                        <a:pt x="19169" y="8861"/>
                        <a:pt x="19195" y="8304"/>
                      </a:cubicBezTo>
                      <a:cubicBezTo>
                        <a:pt x="19215" y="7744"/>
                        <a:pt x="18791" y="7255"/>
                        <a:pt x="18230" y="7209"/>
                      </a:cubicBezTo>
                      <a:lnTo>
                        <a:pt x="18230" y="7196"/>
                      </a:lnTo>
                      <a:cubicBezTo>
                        <a:pt x="18230" y="3220"/>
                        <a:pt x="15011" y="1"/>
                        <a:pt x="1102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28" name="Google Shape;528;p38"/>
                <p:cNvGrpSpPr/>
                <p:nvPr/>
              </p:nvGrpSpPr>
              <p:grpSpPr>
                <a:xfrm>
                  <a:off x="6812697" y="1636703"/>
                  <a:ext cx="515453" cy="1170626"/>
                  <a:chOff x="6812697" y="1636703"/>
                  <a:chExt cx="515453" cy="1170626"/>
                </a:xfrm>
              </p:grpSpPr>
              <p:sp>
                <p:nvSpPr>
                  <p:cNvPr id="529" name="Google Shape;529;p38"/>
                  <p:cNvSpPr/>
                  <p:nvPr/>
                </p:nvSpPr>
                <p:spPr>
                  <a:xfrm>
                    <a:off x="6985920" y="2372566"/>
                    <a:ext cx="24692" cy="111266"/>
                  </a:xfrm>
                  <a:custGeom>
                    <a:rect b="b" l="l" r="r" t="t"/>
                    <a:pathLst>
                      <a:path extrusionOk="0" h="4407" w="978">
                        <a:moveTo>
                          <a:pt x="0" y="1"/>
                        </a:moveTo>
                        <a:lnTo>
                          <a:pt x="0" y="4407"/>
                        </a:lnTo>
                        <a:lnTo>
                          <a:pt x="978" y="4407"/>
                        </a:lnTo>
                        <a:lnTo>
                          <a:pt x="978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0" name="Google Shape;530;p38"/>
                  <p:cNvSpPr/>
                  <p:nvPr/>
                </p:nvSpPr>
                <p:spPr>
                  <a:xfrm>
                    <a:off x="6963525" y="2349212"/>
                    <a:ext cx="41658" cy="35877"/>
                  </a:xfrm>
                  <a:custGeom>
                    <a:rect b="b" l="l" r="r" t="t"/>
                    <a:pathLst>
                      <a:path extrusionOk="0" h="1421" w="1650">
                        <a:moveTo>
                          <a:pt x="946" y="0"/>
                        </a:moveTo>
                        <a:cubicBezTo>
                          <a:pt x="314" y="0"/>
                          <a:pt x="1" y="763"/>
                          <a:pt x="444" y="1213"/>
                        </a:cubicBezTo>
                        <a:cubicBezTo>
                          <a:pt x="587" y="1356"/>
                          <a:pt x="764" y="1420"/>
                          <a:pt x="937" y="1420"/>
                        </a:cubicBezTo>
                        <a:cubicBezTo>
                          <a:pt x="1301" y="1420"/>
                          <a:pt x="1650" y="1139"/>
                          <a:pt x="1650" y="711"/>
                        </a:cubicBezTo>
                        <a:cubicBezTo>
                          <a:pt x="1650" y="320"/>
                          <a:pt x="1337" y="0"/>
                          <a:pt x="94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1" name="Google Shape;531;p38"/>
                  <p:cNvSpPr/>
                  <p:nvPr/>
                </p:nvSpPr>
                <p:spPr>
                  <a:xfrm>
                    <a:off x="6988218" y="2349212"/>
                    <a:ext cx="41658" cy="35877"/>
                  </a:xfrm>
                  <a:custGeom>
                    <a:rect b="b" l="l" r="r" t="t"/>
                    <a:pathLst>
                      <a:path extrusionOk="0" h="1421" w="1650">
                        <a:moveTo>
                          <a:pt x="946" y="0"/>
                        </a:moveTo>
                        <a:cubicBezTo>
                          <a:pt x="313" y="0"/>
                          <a:pt x="0" y="763"/>
                          <a:pt x="444" y="1213"/>
                        </a:cubicBezTo>
                        <a:cubicBezTo>
                          <a:pt x="589" y="1356"/>
                          <a:pt x="766" y="1420"/>
                          <a:pt x="940" y="1420"/>
                        </a:cubicBezTo>
                        <a:cubicBezTo>
                          <a:pt x="1303" y="1420"/>
                          <a:pt x="1649" y="1139"/>
                          <a:pt x="1649" y="711"/>
                        </a:cubicBezTo>
                        <a:cubicBezTo>
                          <a:pt x="1649" y="320"/>
                          <a:pt x="1337" y="0"/>
                          <a:pt x="94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2" name="Google Shape;532;p38"/>
                  <p:cNvSpPr/>
                  <p:nvPr/>
                </p:nvSpPr>
                <p:spPr>
                  <a:xfrm>
                    <a:off x="6963525" y="2464720"/>
                    <a:ext cx="41658" cy="35700"/>
                  </a:xfrm>
                  <a:custGeom>
                    <a:rect b="b" l="l" r="r" t="t"/>
                    <a:pathLst>
                      <a:path extrusionOk="0" h="1414" w="1650">
                        <a:moveTo>
                          <a:pt x="946" y="1"/>
                        </a:moveTo>
                        <a:cubicBezTo>
                          <a:pt x="314" y="1"/>
                          <a:pt x="1" y="757"/>
                          <a:pt x="444" y="1206"/>
                        </a:cubicBezTo>
                        <a:cubicBezTo>
                          <a:pt x="587" y="1350"/>
                          <a:pt x="764" y="1414"/>
                          <a:pt x="937" y="1414"/>
                        </a:cubicBezTo>
                        <a:cubicBezTo>
                          <a:pt x="1301" y="1414"/>
                          <a:pt x="1650" y="1132"/>
                          <a:pt x="1650" y="705"/>
                        </a:cubicBezTo>
                        <a:cubicBezTo>
                          <a:pt x="1650" y="314"/>
                          <a:pt x="1337" y="1"/>
                          <a:pt x="94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3" name="Google Shape;533;p38"/>
                  <p:cNvSpPr/>
                  <p:nvPr/>
                </p:nvSpPr>
                <p:spPr>
                  <a:xfrm>
                    <a:off x="6988218" y="2464720"/>
                    <a:ext cx="41658" cy="35700"/>
                  </a:xfrm>
                  <a:custGeom>
                    <a:rect b="b" l="l" r="r" t="t"/>
                    <a:pathLst>
                      <a:path extrusionOk="0" h="1414" w="1650">
                        <a:moveTo>
                          <a:pt x="946" y="1"/>
                        </a:moveTo>
                        <a:cubicBezTo>
                          <a:pt x="313" y="1"/>
                          <a:pt x="0" y="757"/>
                          <a:pt x="444" y="1206"/>
                        </a:cubicBezTo>
                        <a:cubicBezTo>
                          <a:pt x="589" y="1350"/>
                          <a:pt x="766" y="1414"/>
                          <a:pt x="940" y="1414"/>
                        </a:cubicBezTo>
                        <a:cubicBezTo>
                          <a:pt x="1303" y="1414"/>
                          <a:pt x="1649" y="1132"/>
                          <a:pt x="1649" y="705"/>
                        </a:cubicBezTo>
                        <a:cubicBezTo>
                          <a:pt x="1649" y="314"/>
                          <a:pt x="1337" y="1"/>
                          <a:pt x="94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4" name="Google Shape;534;p38"/>
                  <p:cNvSpPr/>
                  <p:nvPr/>
                </p:nvSpPr>
                <p:spPr>
                  <a:xfrm>
                    <a:off x="7001876" y="2594214"/>
                    <a:ext cx="30625" cy="104525"/>
                  </a:xfrm>
                  <a:custGeom>
                    <a:rect b="b" l="l" r="r" t="t"/>
                    <a:pathLst>
                      <a:path extrusionOk="0" h="4140" w="1213">
                        <a:moveTo>
                          <a:pt x="815" y="1"/>
                        </a:moveTo>
                        <a:lnTo>
                          <a:pt x="0" y="79"/>
                        </a:lnTo>
                        <a:lnTo>
                          <a:pt x="398" y="4140"/>
                        </a:lnTo>
                        <a:lnTo>
                          <a:pt x="1213" y="4061"/>
                        </a:lnTo>
                        <a:lnTo>
                          <a:pt x="815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5" name="Google Shape;535;p38"/>
                  <p:cNvSpPr/>
                  <p:nvPr/>
                </p:nvSpPr>
                <p:spPr>
                  <a:xfrm>
                    <a:off x="6979987" y="2577349"/>
                    <a:ext cx="38124" cy="31938"/>
                  </a:xfrm>
                  <a:custGeom>
                    <a:rect b="b" l="l" r="r" t="t"/>
                    <a:pathLst>
                      <a:path extrusionOk="0" h="1265" w="1510">
                        <a:moveTo>
                          <a:pt x="848" y="0"/>
                        </a:moveTo>
                        <a:cubicBezTo>
                          <a:pt x="824" y="0"/>
                          <a:pt x="800" y="2"/>
                          <a:pt x="776" y="4"/>
                        </a:cubicBezTo>
                        <a:cubicBezTo>
                          <a:pt x="216" y="56"/>
                          <a:pt x="1" y="760"/>
                          <a:pt x="437" y="1119"/>
                        </a:cubicBezTo>
                        <a:cubicBezTo>
                          <a:pt x="559" y="1220"/>
                          <a:pt x="698" y="1265"/>
                          <a:pt x="835" y="1265"/>
                        </a:cubicBezTo>
                        <a:cubicBezTo>
                          <a:pt x="1182" y="1265"/>
                          <a:pt x="1509" y="973"/>
                          <a:pt x="1467" y="571"/>
                        </a:cubicBezTo>
                        <a:cubicBezTo>
                          <a:pt x="1437" y="243"/>
                          <a:pt x="1169" y="0"/>
                          <a:pt x="84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6" name="Google Shape;536;p38"/>
                  <p:cNvSpPr/>
                  <p:nvPr/>
                </p:nvSpPr>
                <p:spPr>
                  <a:xfrm>
                    <a:off x="7002028" y="2575077"/>
                    <a:ext cx="38124" cy="32090"/>
                  </a:xfrm>
                  <a:custGeom>
                    <a:rect b="b" l="l" r="r" t="t"/>
                    <a:pathLst>
                      <a:path extrusionOk="0" h="1271" w="1510">
                        <a:moveTo>
                          <a:pt x="837" y="0"/>
                        </a:moveTo>
                        <a:cubicBezTo>
                          <a:pt x="817" y="0"/>
                          <a:pt x="797" y="1"/>
                          <a:pt x="777" y="3"/>
                        </a:cubicBezTo>
                        <a:cubicBezTo>
                          <a:pt x="216" y="62"/>
                          <a:pt x="1" y="766"/>
                          <a:pt x="438" y="1124"/>
                        </a:cubicBezTo>
                        <a:cubicBezTo>
                          <a:pt x="559" y="1225"/>
                          <a:pt x="699" y="1270"/>
                          <a:pt x="835" y="1270"/>
                        </a:cubicBezTo>
                        <a:cubicBezTo>
                          <a:pt x="1182" y="1270"/>
                          <a:pt x="1510" y="979"/>
                          <a:pt x="1467" y="576"/>
                        </a:cubicBezTo>
                        <a:cubicBezTo>
                          <a:pt x="1437" y="245"/>
                          <a:pt x="1163" y="0"/>
                          <a:pt x="83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7" name="Google Shape;537;p38"/>
                  <p:cNvSpPr/>
                  <p:nvPr/>
                </p:nvSpPr>
                <p:spPr>
                  <a:xfrm>
                    <a:off x="6989859" y="2680182"/>
                    <a:ext cx="38174" cy="31963"/>
                  </a:xfrm>
                  <a:custGeom>
                    <a:rect b="b" l="l" r="r" t="t"/>
                    <a:pathLst>
                      <a:path extrusionOk="0" h="1266" w="1512">
                        <a:moveTo>
                          <a:pt x="852" y="1"/>
                        </a:moveTo>
                        <a:cubicBezTo>
                          <a:pt x="829" y="1"/>
                          <a:pt x="806" y="2"/>
                          <a:pt x="783" y="5"/>
                        </a:cubicBezTo>
                        <a:cubicBezTo>
                          <a:pt x="222" y="57"/>
                          <a:pt x="1" y="761"/>
                          <a:pt x="437" y="1119"/>
                        </a:cubicBezTo>
                        <a:cubicBezTo>
                          <a:pt x="561" y="1220"/>
                          <a:pt x="701" y="1265"/>
                          <a:pt x="838" y="1265"/>
                        </a:cubicBezTo>
                        <a:cubicBezTo>
                          <a:pt x="1186" y="1265"/>
                          <a:pt x="1511" y="974"/>
                          <a:pt x="1474" y="572"/>
                        </a:cubicBezTo>
                        <a:cubicBezTo>
                          <a:pt x="1443" y="249"/>
                          <a:pt x="1169" y="1"/>
                          <a:pt x="85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8" name="Google Shape;538;p38"/>
                  <p:cNvSpPr/>
                  <p:nvPr/>
                </p:nvSpPr>
                <p:spPr>
                  <a:xfrm>
                    <a:off x="7012076" y="2678086"/>
                    <a:ext cx="37997" cy="32090"/>
                  </a:xfrm>
                  <a:custGeom>
                    <a:rect b="b" l="l" r="r" t="t"/>
                    <a:pathLst>
                      <a:path extrusionOk="0" h="1271" w="1505">
                        <a:moveTo>
                          <a:pt x="836" y="0"/>
                        </a:moveTo>
                        <a:cubicBezTo>
                          <a:pt x="816" y="0"/>
                          <a:pt x="796" y="1"/>
                          <a:pt x="776" y="3"/>
                        </a:cubicBezTo>
                        <a:cubicBezTo>
                          <a:pt x="216" y="55"/>
                          <a:pt x="1" y="765"/>
                          <a:pt x="431" y="1124"/>
                        </a:cubicBezTo>
                        <a:cubicBezTo>
                          <a:pt x="554" y="1225"/>
                          <a:pt x="694" y="1270"/>
                          <a:pt x="831" y="1270"/>
                        </a:cubicBezTo>
                        <a:cubicBezTo>
                          <a:pt x="1179" y="1270"/>
                          <a:pt x="1504" y="979"/>
                          <a:pt x="1467" y="576"/>
                        </a:cubicBezTo>
                        <a:cubicBezTo>
                          <a:pt x="1436" y="245"/>
                          <a:pt x="1157" y="0"/>
                          <a:pt x="83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9" name="Google Shape;539;p38"/>
                  <p:cNvSpPr/>
                  <p:nvPr/>
                </p:nvSpPr>
                <p:spPr>
                  <a:xfrm>
                    <a:off x="6850316" y="2178085"/>
                    <a:ext cx="55974" cy="109271"/>
                  </a:xfrm>
                  <a:custGeom>
                    <a:rect b="b" l="l" r="r" t="t"/>
                    <a:pathLst>
                      <a:path extrusionOk="0" h="4328" w="2217">
                        <a:moveTo>
                          <a:pt x="1317" y="0"/>
                        </a:moveTo>
                        <a:lnTo>
                          <a:pt x="1" y="4035"/>
                        </a:lnTo>
                        <a:lnTo>
                          <a:pt x="894" y="4328"/>
                        </a:lnTo>
                        <a:lnTo>
                          <a:pt x="2217" y="287"/>
                        </a:lnTo>
                        <a:lnTo>
                          <a:pt x="131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0" name="Google Shape;540;p38"/>
                  <p:cNvSpPr/>
                  <p:nvPr/>
                </p:nvSpPr>
                <p:spPr>
                  <a:xfrm>
                    <a:off x="6864858" y="2156120"/>
                    <a:ext cx="40775" cy="34463"/>
                  </a:xfrm>
                  <a:custGeom>
                    <a:rect b="b" l="l" r="r" t="t"/>
                    <a:pathLst>
                      <a:path extrusionOk="0" h="1365" w="1615">
                        <a:moveTo>
                          <a:pt x="841" y="0"/>
                        </a:moveTo>
                        <a:cubicBezTo>
                          <a:pt x="361" y="0"/>
                          <a:pt x="1" y="516"/>
                          <a:pt x="239" y="987"/>
                        </a:cubicBezTo>
                        <a:cubicBezTo>
                          <a:pt x="367" y="1242"/>
                          <a:pt x="607" y="1364"/>
                          <a:pt x="847" y="1364"/>
                        </a:cubicBezTo>
                        <a:cubicBezTo>
                          <a:pt x="1122" y="1364"/>
                          <a:pt x="1396" y="1203"/>
                          <a:pt x="1497" y="896"/>
                        </a:cubicBezTo>
                        <a:cubicBezTo>
                          <a:pt x="1615" y="538"/>
                          <a:pt x="1419" y="147"/>
                          <a:pt x="1061" y="36"/>
                        </a:cubicBezTo>
                        <a:cubicBezTo>
                          <a:pt x="986" y="12"/>
                          <a:pt x="912" y="0"/>
                          <a:pt x="84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1" name="Google Shape;541;p38"/>
                  <p:cNvSpPr/>
                  <p:nvPr/>
                </p:nvSpPr>
                <p:spPr>
                  <a:xfrm>
                    <a:off x="6887581" y="2163517"/>
                    <a:ext cx="40775" cy="34463"/>
                  </a:xfrm>
                  <a:custGeom>
                    <a:rect b="b" l="l" r="r" t="t"/>
                    <a:pathLst>
                      <a:path extrusionOk="0" h="1365" w="1615">
                        <a:moveTo>
                          <a:pt x="841" y="1"/>
                        </a:moveTo>
                        <a:cubicBezTo>
                          <a:pt x="361" y="1"/>
                          <a:pt x="0" y="516"/>
                          <a:pt x="239" y="988"/>
                        </a:cubicBezTo>
                        <a:cubicBezTo>
                          <a:pt x="366" y="1242"/>
                          <a:pt x="606" y="1365"/>
                          <a:pt x="846" y="1365"/>
                        </a:cubicBezTo>
                        <a:cubicBezTo>
                          <a:pt x="1121" y="1365"/>
                          <a:pt x="1396" y="1203"/>
                          <a:pt x="1497" y="897"/>
                        </a:cubicBezTo>
                        <a:cubicBezTo>
                          <a:pt x="1614" y="538"/>
                          <a:pt x="1419" y="154"/>
                          <a:pt x="1060" y="36"/>
                        </a:cubicBezTo>
                        <a:cubicBezTo>
                          <a:pt x="985" y="12"/>
                          <a:pt x="912" y="1"/>
                          <a:pt x="84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2" name="Google Shape;542;p38"/>
                  <p:cNvSpPr/>
                  <p:nvPr/>
                </p:nvSpPr>
                <p:spPr>
                  <a:xfrm>
                    <a:off x="6830471" y="2261755"/>
                    <a:ext cx="40775" cy="34539"/>
                  </a:xfrm>
                  <a:custGeom>
                    <a:rect b="b" l="l" r="r" t="t"/>
                    <a:pathLst>
                      <a:path extrusionOk="0" h="1368" w="1615">
                        <a:moveTo>
                          <a:pt x="839" y="1"/>
                        </a:moveTo>
                        <a:cubicBezTo>
                          <a:pt x="362" y="1"/>
                          <a:pt x="0" y="522"/>
                          <a:pt x="239" y="994"/>
                        </a:cubicBezTo>
                        <a:cubicBezTo>
                          <a:pt x="367" y="1246"/>
                          <a:pt x="605" y="1368"/>
                          <a:pt x="843" y="1368"/>
                        </a:cubicBezTo>
                        <a:cubicBezTo>
                          <a:pt x="1117" y="1368"/>
                          <a:pt x="1390" y="1207"/>
                          <a:pt x="1491" y="896"/>
                        </a:cubicBezTo>
                        <a:cubicBezTo>
                          <a:pt x="1614" y="538"/>
                          <a:pt x="1412" y="153"/>
                          <a:pt x="1054" y="36"/>
                        </a:cubicBezTo>
                        <a:cubicBezTo>
                          <a:pt x="981" y="12"/>
                          <a:pt x="908" y="1"/>
                          <a:pt x="83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3" name="Google Shape;543;p38"/>
                  <p:cNvSpPr/>
                  <p:nvPr/>
                </p:nvSpPr>
                <p:spPr>
                  <a:xfrm>
                    <a:off x="6853017" y="2269178"/>
                    <a:ext cx="40775" cy="34539"/>
                  </a:xfrm>
                  <a:custGeom>
                    <a:rect b="b" l="l" r="r" t="t"/>
                    <a:pathLst>
                      <a:path extrusionOk="0" h="1368" w="1615">
                        <a:moveTo>
                          <a:pt x="843" y="0"/>
                        </a:moveTo>
                        <a:cubicBezTo>
                          <a:pt x="362" y="0"/>
                          <a:pt x="0" y="522"/>
                          <a:pt x="239" y="994"/>
                        </a:cubicBezTo>
                        <a:cubicBezTo>
                          <a:pt x="367" y="1245"/>
                          <a:pt x="607" y="1367"/>
                          <a:pt x="846" y="1367"/>
                        </a:cubicBezTo>
                        <a:cubicBezTo>
                          <a:pt x="1122" y="1367"/>
                          <a:pt x="1396" y="1206"/>
                          <a:pt x="1497" y="896"/>
                        </a:cubicBezTo>
                        <a:cubicBezTo>
                          <a:pt x="1614" y="537"/>
                          <a:pt x="1419" y="153"/>
                          <a:pt x="1060" y="35"/>
                        </a:cubicBezTo>
                        <a:cubicBezTo>
                          <a:pt x="986" y="11"/>
                          <a:pt x="913" y="0"/>
                          <a:pt x="84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4" name="Google Shape;544;p38"/>
                  <p:cNvSpPr/>
                  <p:nvPr/>
                </p:nvSpPr>
                <p:spPr>
                  <a:xfrm>
                    <a:off x="6907905" y="2021424"/>
                    <a:ext cx="55974" cy="109448"/>
                  </a:xfrm>
                  <a:custGeom>
                    <a:rect b="b" l="l" r="r" t="t"/>
                    <a:pathLst>
                      <a:path extrusionOk="0" h="4335" w="2217">
                        <a:moveTo>
                          <a:pt x="1324" y="0"/>
                        </a:moveTo>
                        <a:lnTo>
                          <a:pt x="1" y="4041"/>
                        </a:lnTo>
                        <a:lnTo>
                          <a:pt x="900" y="4335"/>
                        </a:lnTo>
                        <a:lnTo>
                          <a:pt x="2217" y="294"/>
                        </a:lnTo>
                        <a:lnTo>
                          <a:pt x="132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5" name="Google Shape;545;p38"/>
                  <p:cNvSpPr/>
                  <p:nvPr/>
                </p:nvSpPr>
                <p:spPr>
                  <a:xfrm>
                    <a:off x="6922625" y="1999459"/>
                    <a:ext cx="40775" cy="34387"/>
                  </a:xfrm>
                  <a:custGeom>
                    <a:rect b="b" l="l" r="r" t="t"/>
                    <a:pathLst>
                      <a:path extrusionOk="0" h="1362" w="1615">
                        <a:moveTo>
                          <a:pt x="841" y="1"/>
                        </a:moveTo>
                        <a:cubicBezTo>
                          <a:pt x="361" y="1"/>
                          <a:pt x="1" y="516"/>
                          <a:pt x="239" y="988"/>
                        </a:cubicBezTo>
                        <a:cubicBezTo>
                          <a:pt x="367" y="1240"/>
                          <a:pt x="608" y="1362"/>
                          <a:pt x="848" y="1362"/>
                        </a:cubicBezTo>
                        <a:cubicBezTo>
                          <a:pt x="1123" y="1362"/>
                          <a:pt x="1396" y="1203"/>
                          <a:pt x="1497" y="897"/>
                        </a:cubicBezTo>
                        <a:cubicBezTo>
                          <a:pt x="1614" y="538"/>
                          <a:pt x="1419" y="147"/>
                          <a:pt x="1060" y="36"/>
                        </a:cubicBezTo>
                        <a:cubicBezTo>
                          <a:pt x="986" y="12"/>
                          <a:pt x="912" y="1"/>
                          <a:pt x="84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6" name="Google Shape;546;p38"/>
                  <p:cNvSpPr/>
                  <p:nvPr/>
                </p:nvSpPr>
                <p:spPr>
                  <a:xfrm>
                    <a:off x="6945196" y="2006882"/>
                    <a:ext cx="40749" cy="34463"/>
                  </a:xfrm>
                  <a:custGeom>
                    <a:rect b="b" l="l" r="r" t="t"/>
                    <a:pathLst>
                      <a:path extrusionOk="0" h="1365" w="1614">
                        <a:moveTo>
                          <a:pt x="844" y="0"/>
                        </a:moveTo>
                        <a:cubicBezTo>
                          <a:pt x="366" y="0"/>
                          <a:pt x="0" y="522"/>
                          <a:pt x="245" y="994"/>
                        </a:cubicBezTo>
                        <a:cubicBezTo>
                          <a:pt x="371" y="1244"/>
                          <a:pt x="609" y="1365"/>
                          <a:pt x="846" y="1365"/>
                        </a:cubicBezTo>
                        <a:cubicBezTo>
                          <a:pt x="1121" y="1365"/>
                          <a:pt x="1395" y="1204"/>
                          <a:pt x="1496" y="896"/>
                        </a:cubicBezTo>
                        <a:cubicBezTo>
                          <a:pt x="1613" y="537"/>
                          <a:pt x="1418" y="153"/>
                          <a:pt x="1059" y="36"/>
                        </a:cubicBezTo>
                        <a:cubicBezTo>
                          <a:pt x="986" y="11"/>
                          <a:pt x="914" y="0"/>
                          <a:pt x="84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7" name="Google Shape;547;p38"/>
                  <p:cNvSpPr/>
                  <p:nvPr/>
                </p:nvSpPr>
                <p:spPr>
                  <a:xfrm>
                    <a:off x="6888061" y="2105271"/>
                    <a:ext cx="40775" cy="34488"/>
                  </a:xfrm>
                  <a:custGeom>
                    <a:rect b="b" l="l" r="r" t="t"/>
                    <a:pathLst>
                      <a:path extrusionOk="0" h="1366" w="1615">
                        <a:moveTo>
                          <a:pt x="842" y="0"/>
                        </a:moveTo>
                        <a:cubicBezTo>
                          <a:pt x="361" y="0"/>
                          <a:pt x="1" y="517"/>
                          <a:pt x="239" y="994"/>
                        </a:cubicBezTo>
                        <a:cubicBezTo>
                          <a:pt x="366" y="1245"/>
                          <a:pt x="605" y="1365"/>
                          <a:pt x="844" y="1365"/>
                        </a:cubicBezTo>
                        <a:cubicBezTo>
                          <a:pt x="1120" y="1365"/>
                          <a:pt x="1396" y="1204"/>
                          <a:pt x="1497" y="896"/>
                        </a:cubicBezTo>
                        <a:cubicBezTo>
                          <a:pt x="1615" y="538"/>
                          <a:pt x="1419" y="153"/>
                          <a:pt x="1061" y="36"/>
                        </a:cubicBezTo>
                        <a:cubicBezTo>
                          <a:pt x="986" y="12"/>
                          <a:pt x="912" y="0"/>
                          <a:pt x="84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8" name="Google Shape;548;p38"/>
                  <p:cNvSpPr/>
                  <p:nvPr/>
                </p:nvSpPr>
                <p:spPr>
                  <a:xfrm>
                    <a:off x="6910783" y="2112517"/>
                    <a:ext cx="40775" cy="34539"/>
                  </a:xfrm>
                  <a:custGeom>
                    <a:rect b="b" l="l" r="r" t="t"/>
                    <a:pathLst>
                      <a:path extrusionOk="0" h="1368" w="1615">
                        <a:moveTo>
                          <a:pt x="843" y="0"/>
                        </a:moveTo>
                        <a:cubicBezTo>
                          <a:pt x="361" y="0"/>
                          <a:pt x="0" y="522"/>
                          <a:pt x="239" y="994"/>
                        </a:cubicBezTo>
                        <a:cubicBezTo>
                          <a:pt x="366" y="1246"/>
                          <a:pt x="606" y="1367"/>
                          <a:pt x="846" y="1367"/>
                        </a:cubicBezTo>
                        <a:cubicBezTo>
                          <a:pt x="1121" y="1367"/>
                          <a:pt x="1396" y="1206"/>
                          <a:pt x="1497" y="896"/>
                        </a:cubicBezTo>
                        <a:cubicBezTo>
                          <a:pt x="1614" y="538"/>
                          <a:pt x="1419" y="153"/>
                          <a:pt x="1060" y="36"/>
                        </a:cubicBezTo>
                        <a:cubicBezTo>
                          <a:pt x="986" y="12"/>
                          <a:pt x="913" y="0"/>
                          <a:pt x="84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9" name="Google Shape;549;p38"/>
                  <p:cNvSpPr/>
                  <p:nvPr/>
                </p:nvSpPr>
                <p:spPr>
                  <a:xfrm>
                    <a:off x="6957113" y="1968758"/>
                    <a:ext cx="226622" cy="24717"/>
                  </a:xfrm>
                  <a:custGeom>
                    <a:rect b="b" l="l" r="r" t="t"/>
                    <a:pathLst>
                      <a:path extrusionOk="0" h="979" w="8976">
                        <a:moveTo>
                          <a:pt x="450" y="1"/>
                        </a:moveTo>
                        <a:cubicBezTo>
                          <a:pt x="203" y="1"/>
                          <a:pt x="1" y="196"/>
                          <a:pt x="1" y="451"/>
                        </a:cubicBezTo>
                        <a:lnTo>
                          <a:pt x="1" y="529"/>
                        </a:lnTo>
                        <a:cubicBezTo>
                          <a:pt x="1" y="776"/>
                          <a:pt x="203" y="979"/>
                          <a:pt x="450" y="979"/>
                        </a:cubicBezTo>
                        <a:lnTo>
                          <a:pt x="8532" y="979"/>
                        </a:lnTo>
                        <a:cubicBezTo>
                          <a:pt x="8780" y="979"/>
                          <a:pt x="8975" y="776"/>
                          <a:pt x="8975" y="529"/>
                        </a:cubicBezTo>
                        <a:lnTo>
                          <a:pt x="8975" y="451"/>
                        </a:lnTo>
                        <a:cubicBezTo>
                          <a:pt x="8975" y="196"/>
                          <a:pt x="8780" y="1"/>
                          <a:pt x="853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0" name="Google Shape;550;p38"/>
                  <p:cNvSpPr/>
                  <p:nvPr/>
                </p:nvSpPr>
                <p:spPr>
                  <a:xfrm>
                    <a:off x="7039546" y="1927453"/>
                    <a:ext cx="61907" cy="24717"/>
                  </a:xfrm>
                  <a:custGeom>
                    <a:rect b="b" l="l" r="r" t="t"/>
                    <a:pathLst>
                      <a:path extrusionOk="0" h="979" w="2452">
                        <a:moveTo>
                          <a:pt x="451" y="1"/>
                        </a:moveTo>
                        <a:cubicBezTo>
                          <a:pt x="203" y="1"/>
                          <a:pt x="1" y="203"/>
                          <a:pt x="1" y="451"/>
                        </a:cubicBezTo>
                        <a:lnTo>
                          <a:pt x="1" y="535"/>
                        </a:lnTo>
                        <a:cubicBezTo>
                          <a:pt x="1" y="783"/>
                          <a:pt x="203" y="979"/>
                          <a:pt x="451" y="979"/>
                        </a:cubicBezTo>
                        <a:lnTo>
                          <a:pt x="2002" y="979"/>
                        </a:lnTo>
                        <a:cubicBezTo>
                          <a:pt x="2250" y="979"/>
                          <a:pt x="2452" y="783"/>
                          <a:pt x="2452" y="535"/>
                        </a:cubicBezTo>
                        <a:lnTo>
                          <a:pt x="2452" y="451"/>
                        </a:lnTo>
                        <a:cubicBezTo>
                          <a:pt x="2452" y="203"/>
                          <a:pt x="2250" y="1"/>
                          <a:pt x="200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1" name="Google Shape;551;p38"/>
                  <p:cNvSpPr/>
                  <p:nvPr/>
                </p:nvSpPr>
                <p:spPr>
                  <a:xfrm>
                    <a:off x="7039546" y="2257236"/>
                    <a:ext cx="61907" cy="24692"/>
                  </a:xfrm>
                  <a:custGeom>
                    <a:rect b="b" l="l" r="r" t="t"/>
                    <a:pathLst>
                      <a:path extrusionOk="0" h="978" w="2452">
                        <a:moveTo>
                          <a:pt x="451" y="0"/>
                        </a:moveTo>
                        <a:cubicBezTo>
                          <a:pt x="203" y="0"/>
                          <a:pt x="1" y="202"/>
                          <a:pt x="1" y="450"/>
                        </a:cubicBezTo>
                        <a:lnTo>
                          <a:pt x="1" y="528"/>
                        </a:lnTo>
                        <a:cubicBezTo>
                          <a:pt x="1" y="782"/>
                          <a:pt x="203" y="978"/>
                          <a:pt x="451" y="978"/>
                        </a:cubicBezTo>
                        <a:lnTo>
                          <a:pt x="2002" y="978"/>
                        </a:lnTo>
                        <a:cubicBezTo>
                          <a:pt x="2250" y="978"/>
                          <a:pt x="2452" y="782"/>
                          <a:pt x="2452" y="528"/>
                        </a:cubicBezTo>
                        <a:lnTo>
                          <a:pt x="2452" y="450"/>
                        </a:lnTo>
                        <a:cubicBezTo>
                          <a:pt x="2452" y="202"/>
                          <a:pt x="2250" y="0"/>
                          <a:pt x="200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2" name="Google Shape;552;p38"/>
                  <p:cNvSpPr/>
                  <p:nvPr/>
                </p:nvSpPr>
                <p:spPr>
                  <a:xfrm>
                    <a:off x="7039546" y="2216082"/>
                    <a:ext cx="61907" cy="24717"/>
                  </a:xfrm>
                  <a:custGeom>
                    <a:rect b="b" l="l" r="r" t="t"/>
                    <a:pathLst>
                      <a:path extrusionOk="0" h="979" w="2452">
                        <a:moveTo>
                          <a:pt x="451" y="1"/>
                        </a:moveTo>
                        <a:cubicBezTo>
                          <a:pt x="203" y="1"/>
                          <a:pt x="1" y="196"/>
                          <a:pt x="1" y="444"/>
                        </a:cubicBezTo>
                        <a:lnTo>
                          <a:pt x="1" y="529"/>
                        </a:lnTo>
                        <a:cubicBezTo>
                          <a:pt x="1" y="776"/>
                          <a:pt x="203" y="978"/>
                          <a:pt x="451" y="978"/>
                        </a:cubicBezTo>
                        <a:lnTo>
                          <a:pt x="2002" y="978"/>
                        </a:lnTo>
                        <a:cubicBezTo>
                          <a:pt x="2250" y="978"/>
                          <a:pt x="2452" y="776"/>
                          <a:pt x="2452" y="529"/>
                        </a:cubicBezTo>
                        <a:lnTo>
                          <a:pt x="2452" y="444"/>
                        </a:lnTo>
                        <a:cubicBezTo>
                          <a:pt x="2452" y="196"/>
                          <a:pt x="2250" y="1"/>
                          <a:pt x="200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" name="Google Shape;553;p38"/>
                  <p:cNvSpPr/>
                  <p:nvPr/>
                </p:nvSpPr>
                <p:spPr>
                  <a:xfrm>
                    <a:off x="7039546" y="2178893"/>
                    <a:ext cx="61907" cy="24717"/>
                  </a:xfrm>
                  <a:custGeom>
                    <a:rect b="b" l="l" r="r" t="t"/>
                    <a:pathLst>
                      <a:path extrusionOk="0" h="979" w="2452">
                        <a:moveTo>
                          <a:pt x="451" y="1"/>
                        </a:moveTo>
                        <a:cubicBezTo>
                          <a:pt x="203" y="1"/>
                          <a:pt x="1" y="203"/>
                          <a:pt x="1" y="450"/>
                        </a:cubicBezTo>
                        <a:lnTo>
                          <a:pt x="1" y="535"/>
                        </a:lnTo>
                        <a:cubicBezTo>
                          <a:pt x="1" y="783"/>
                          <a:pt x="203" y="978"/>
                          <a:pt x="451" y="978"/>
                        </a:cubicBezTo>
                        <a:lnTo>
                          <a:pt x="2002" y="978"/>
                        </a:lnTo>
                        <a:cubicBezTo>
                          <a:pt x="2250" y="978"/>
                          <a:pt x="2452" y="783"/>
                          <a:pt x="2452" y="535"/>
                        </a:cubicBezTo>
                        <a:lnTo>
                          <a:pt x="2452" y="450"/>
                        </a:lnTo>
                        <a:cubicBezTo>
                          <a:pt x="2452" y="203"/>
                          <a:pt x="2250" y="1"/>
                          <a:pt x="200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4" name="Google Shape;554;p38"/>
                  <p:cNvSpPr/>
                  <p:nvPr/>
                </p:nvSpPr>
                <p:spPr>
                  <a:xfrm>
                    <a:off x="7051892" y="1972873"/>
                    <a:ext cx="32948" cy="185493"/>
                  </a:xfrm>
                  <a:custGeom>
                    <a:rect b="b" l="l" r="r" t="t"/>
                    <a:pathLst>
                      <a:path extrusionOk="0" h="7347" w="1305">
                        <a:moveTo>
                          <a:pt x="653" y="1"/>
                        </a:moveTo>
                        <a:cubicBezTo>
                          <a:pt x="294" y="1"/>
                          <a:pt x="1" y="294"/>
                          <a:pt x="1" y="653"/>
                        </a:cubicBezTo>
                        <a:lnTo>
                          <a:pt x="1" y="6694"/>
                        </a:lnTo>
                        <a:cubicBezTo>
                          <a:pt x="1" y="7053"/>
                          <a:pt x="294" y="7346"/>
                          <a:pt x="653" y="7346"/>
                        </a:cubicBezTo>
                        <a:cubicBezTo>
                          <a:pt x="1011" y="7346"/>
                          <a:pt x="1304" y="7053"/>
                          <a:pt x="1304" y="6694"/>
                        </a:cubicBezTo>
                        <a:lnTo>
                          <a:pt x="1304" y="653"/>
                        </a:lnTo>
                        <a:cubicBezTo>
                          <a:pt x="1304" y="294"/>
                          <a:pt x="1011" y="1"/>
                          <a:pt x="653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5" name="Google Shape;555;p38"/>
                  <p:cNvSpPr/>
                  <p:nvPr/>
                </p:nvSpPr>
                <p:spPr>
                  <a:xfrm>
                    <a:off x="7058810" y="2022661"/>
                    <a:ext cx="95461" cy="38124"/>
                  </a:xfrm>
                  <a:custGeom>
                    <a:rect b="b" l="l" r="r" t="t"/>
                    <a:pathLst>
                      <a:path extrusionOk="0" h="1510" w="3781">
                        <a:moveTo>
                          <a:pt x="636" y="1"/>
                        </a:moveTo>
                        <a:cubicBezTo>
                          <a:pt x="417" y="1"/>
                          <a:pt x="213" y="131"/>
                          <a:pt x="124" y="343"/>
                        </a:cubicBezTo>
                        <a:cubicBezTo>
                          <a:pt x="1" y="623"/>
                          <a:pt x="124" y="949"/>
                          <a:pt x="398" y="1072"/>
                        </a:cubicBezTo>
                        <a:cubicBezTo>
                          <a:pt x="913" y="1294"/>
                          <a:pt x="1591" y="1509"/>
                          <a:pt x="2308" y="1509"/>
                        </a:cubicBezTo>
                        <a:cubicBezTo>
                          <a:pt x="2660" y="1509"/>
                          <a:pt x="3012" y="1451"/>
                          <a:pt x="3351" y="1340"/>
                        </a:cubicBezTo>
                        <a:cubicBezTo>
                          <a:pt x="3637" y="1229"/>
                          <a:pt x="3781" y="910"/>
                          <a:pt x="3683" y="623"/>
                        </a:cubicBezTo>
                        <a:cubicBezTo>
                          <a:pt x="3599" y="391"/>
                          <a:pt x="3379" y="245"/>
                          <a:pt x="3143" y="245"/>
                        </a:cubicBezTo>
                        <a:cubicBezTo>
                          <a:pt x="3087" y="245"/>
                          <a:pt x="3029" y="253"/>
                          <a:pt x="2973" y="271"/>
                        </a:cubicBezTo>
                        <a:cubicBezTo>
                          <a:pt x="2755" y="350"/>
                          <a:pt x="2527" y="382"/>
                          <a:pt x="2298" y="382"/>
                        </a:cubicBezTo>
                        <a:cubicBezTo>
                          <a:pt x="1771" y="382"/>
                          <a:pt x="1243" y="211"/>
                          <a:pt x="848" y="43"/>
                        </a:cubicBezTo>
                        <a:cubicBezTo>
                          <a:pt x="778" y="14"/>
                          <a:pt x="706" y="1"/>
                          <a:pt x="63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6" name="Google Shape;556;p38"/>
                  <p:cNvSpPr/>
                  <p:nvPr/>
                </p:nvSpPr>
                <p:spPr>
                  <a:xfrm>
                    <a:off x="7050427" y="2076135"/>
                    <a:ext cx="108135" cy="37947"/>
                  </a:xfrm>
                  <a:custGeom>
                    <a:rect b="b" l="l" r="r" t="t"/>
                    <a:pathLst>
                      <a:path extrusionOk="0" h="1503" w="4283">
                        <a:moveTo>
                          <a:pt x="642" y="1"/>
                        </a:moveTo>
                        <a:cubicBezTo>
                          <a:pt x="423" y="1"/>
                          <a:pt x="218" y="131"/>
                          <a:pt x="124" y="343"/>
                        </a:cubicBezTo>
                        <a:cubicBezTo>
                          <a:pt x="0" y="623"/>
                          <a:pt x="130" y="955"/>
                          <a:pt x="411" y="1079"/>
                        </a:cubicBezTo>
                        <a:cubicBezTo>
                          <a:pt x="997" y="1346"/>
                          <a:pt x="1636" y="1490"/>
                          <a:pt x="2281" y="1503"/>
                        </a:cubicBezTo>
                        <a:cubicBezTo>
                          <a:pt x="2848" y="1503"/>
                          <a:pt x="3409" y="1366"/>
                          <a:pt x="3904" y="1099"/>
                        </a:cubicBezTo>
                        <a:cubicBezTo>
                          <a:pt x="4178" y="949"/>
                          <a:pt x="4282" y="603"/>
                          <a:pt x="4132" y="330"/>
                        </a:cubicBezTo>
                        <a:cubicBezTo>
                          <a:pt x="4030" y="143"/>
                          <a:pt x="3839" y="38"/>
                          <a:pt x="3642" y="38"/>
                        </a:cubicBezTo>
                        <a:cubicBezTo>
                          <a:pt x="3550" y="38"/>
                          <a:pt x="3457" y="61"/>
                          <a:pt x="3370" y="108"/>
                        </a:cubicBezTo>
                        <a:cubicBezTo>
                          <a:pt x="3019" y="298"/>
                          <a:pt x="2650" y="370"/>
                          <a:pt x="2291" y="370"/>
                        </a:cubicBezTo>
                        <a:cubicBezTo>
                          <a:pt x="1762" y="370"/>
                          <a:pt x="1254" y="214"/>
                          <a:pt x="854" y="43"/>
                        </a:cubicBezTo>
                        <a:cubicBezTo>
                          <a:pt x="784" y="14"/>
                          <a:pt x="712" y="1"/>
                          <a:pt x="64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7" name="Google Shape;557;p38"/>
                  <p:cNvSpPr/>
                  <p:nvPr/>
                </p:nvSpPr>
                <p:spPr>
                  <a:xfrm>
                    <a:off x="6988722" y="2022358"/>
                    <a:ext cx="90361" cy="37922"/>
                  </a:xfrm>
                  <a:custGeom>
                    <a:rect b="b" l="l" r="r" t="t"/>
                    <a:pathLst>
                      <a:path extrusionOk="0" h="1502" w="3579">
                        <a:moveTo>
                          <a:pt x="2935" y="0"/>
                        </a:moveTo>
                        <a:cubicBezTo>
                          <a:pt x="2854" y="0"/>
                          <a:pt x="2771" y="18"/>
                          <a:pt x="2692" y="55"/>
                        </a:cubicBezTo>
                        <a:cubicBezTo>
                          <a:pt x="2323" y="212"/>
                          <a:pt x="1818" y="373"/>
                          <a:pt x="1276" y="373"/>
                        </a:cubicBezTo>
                        <a:cubicBezTo>
                          <a:pt x="1099" y="373"/>
                          <a:pt x="918" y="356"/>
                          <a:pt x="737" y="315"/>
                        </a:cubicBezTo>
                        <a:cubicBezTo>
                          <a:pt x="697" y="307"/>
                          <a:pt x="657" y="303"/>
                          <a:pt x="617" y="303"/>
                        </a:cubicBezTo>
                        <a:cubicBezTo>
                          <a:pt x="361" y="303"/>
                          <a:pt x="127" y="480"/>
                          <a:pt x="65" y="746"/>
                        </a:cubicBezTo>
                        <a:cubicBezTo>
                          <a:pt x="0" y="1052"/>
                          <a:pt x="189" y="1352"/>
                          <a:pt x="495" y="1417"/>
                        </a:cubicBezTo>
                        <a:cubicBezTo>
                          <a:pt x="750" y="1476"/>
                          <a:pt x="1004" y="1502"/>
                          <a:pt x="1264" y="1502"/>
                        </a:cubicBezTo>
                        <a:cubicBezTo>
                          <a:pt x="1910" y="1489"/>
                          <a:pt x="2548" y="1352"/>
                          <a:pt x="3142" y="1084"/>
                        </a:cubicBezTo>
                        <a:cubicBezTo>
                          <a:pt x="3435" y="974"/>
                          <a:pt x="3578" y="628"/>
                          <a:pt x="3454" y="341"/>
                        </a:cubicBezTo>
                        <a:cubicBezTo>
                          <a:pt x="3359" y="128"/>
                          <a:pt x="3153" y="0"/>
                          <a:pt x="293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8" name="Google Shape;558;p38"/>
                  <p:cNvSpPr/>
                  <p:nvPr/>
                </p:nvSpPr>
                <p:spPr>
                  <a:xfrm>
                    <a:off x="7058305" y="2132892"/>
                    <a:ext cx="95966" cy="38149"/>
                  </a:xfrm>
                  <a:custGeom>
                    <a:rect b="b" l="l" r="r" t="t"/>
                    <a:pathLst>
                      <a:path extrusionOk="0" h="1511" w="3801">
                        <a:moveTo>
                          <a:pt x="650" y="0"/>
                        </a:moveTo>
                        <a:cubicBezTo>
                          <a:pt x="429" y="0"/>
                          <a:pt x="218" y="128"/>
                          <a:pt x="125" y="343"/>
                        </a:cubicBezTo>
                        <a:cubicBezTo>
                          <a:pt x="1" y="624"/>
                          <a:pt x="138" y="956"/>
                          <a:pt x="418" y="1080"/>
                        </a:cubicBezTo>
                        <a:cubicBezTo>
                          <a:pt x="933" y="1301"/>
                          <a:pt x="1611" y="1510"/>
                          <a:pt x="2321" y="1510"/>
                        </a:cubicBezTo>
                        <a:cubicBezTo>
                          <a:pt x="2339" y="1510"/>
                          <a:pt x="2357" y="1510"/>
                          <a:pt x="2375" y="1510"/>
                        </a:cubicBezTo>
                        <a:cubicBezTo>
                          <a:pt x="2715" y="1510"/>
                          <a:pt x="3049" y="1452"/>
                          <a:pt x="3371" y="1340"/>
                        </a:cubicBezTo>
                        <a:cubicBezTo>
                          <a:pt x="3657" y="1236"/>
                          <a:pt x="3801" y="917"/>
                          <a:pt x="3703" y="630"/>
                        </a:cubicBezTo>
                        <a:cubicBezTo>
                          <a:pt x="3620" y="396"/>
                          <a:pt x="3404" y="249"/>
                          <a:pt x="3171" y="249"/>
                        </a:cubicBezTo>
                        <a:cubicBezTo>
                          <a:pt x="3112" y="249"/>
                          <a:pt x="3052" y="258"/>
                          <a:pt x="2993" y="278"/>
                        </a:cubicBezTo>
                        <a:cubicBezTo>
                          <a:pt x="2776" y="355"/>
                          <a:pt x="2549" y="386"/>
                          <a:pt x="2321" y="386"/>
                        </a:cubicBezTo>
                        <a:cubicBezTo>
                          <a:pt x="1794" y="386"/>
                          <a:pt x="1264" y="216"/>
                          <a:pt x="868" y="43"/>
                        </a:cubicBezTo>
                        <a:cubicBezTo>
                          <a:pt x="797" y="14"/>
                          <a:pt x="723" y="0"/>
                          <a:pt x="6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9" name="Google Shape;559;p38"/>
                  <p:cNvSpPr/>
                  <p:nvPr/>
                </p:nvSpPr>
                <p:spPr>
                  <a:xfrm>
                    <a:off x="6988722" y="2132589"/>
                    <a:ext cx="90361" cy="38098"/>
                  </a:xfrm>
                  <a:custGeom>
                    <a:rect b="b" l="l" r="r" t="t"/>
                    <a:pathLst>
                      <a:path extrusionOk="0" h="1509" w="3579">
                        <a:moveTo>
                          <a:pt x="2935" y="1"/>
                        </a:moveTo>
                        <a:cubicBezTo>
                          <a:pt x="2854" y="1"/>
                          <a:pt x="2771" y="18"/>
                          <a:pt x="2692" y="55"/>
                        </a:cubicBezTo>
                        <a:cubicBezTo>
                          <a:pt x="2321" y="214"/>
                          <a:pt x="1812" y="379"/>
                          <a:pt x="1267" y="379"/>
                        </a:cubicBezTo>
                        <a:cubicBezTo>
                          <a:pt x="1093" y="379"/>
                          <a:pt x="915" y="362"/>
                          <a:pt x="737" y="323"/>
                        </a:cubicBezTo>
                        <a:cubicBezTo>
                          <a:pt x="697" y="314"/>
                          <a:pt x="657" y="310"/>
                          <a:pt x="617" y="310"/>
                        </a:cubicBezTo>
                        <a:cubicBezTo>
                          <a:pt x="360" y="310"/>
                          <a:pt x="122" y="487"/>
                          <a:pt x="65" y="753"/>
                        </a:cubicBezTo>
                        <a:cubicBezTo>
                          <a:pt x="0" y="1053"/>
                          <a:pt x="189" y="1359"/>
                          <a:pt x="495" y="1424"/>
                        </a:cubicBezTo>
                        <a:cubicBezTo>
                          <a:pt x="750" y="1476"/>
                          <a:pt x="1004" y="1509"/>
                          <a:pt x="1264" y="1509"/>
                        </a:cubicBezTo>
                        <a:cubicBezTo>
                          <a:pt x="1910" y="1496"/>
                          <a:pt x="2548" y="1359"/>
                          <a:pt x="3142" y="1092"/>
                        </a:cubicBezTo>
                        <a:cubicBezTo>
                          <a:pt x="3435" y="974"/>
                          <a:pt x="3578" y="636"/>
                          <a:pt x="3454" y="342"/>
                        </a:cubicBezTo>
                        <a:cubicBezTo>
                          <a:pt x="3359" y="128"/>
                          <a:pt x="3153" y="1"/>
                          <a:pt x="2935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0" name="Google Shape;560;p38"/>
                  <p:cNvSpPr/>
                  <p:nvPr/>
                </p:nvSpPr>
                <p:spPr>
                  <a:xfrm>
                    <a:off x="6976351" y="2075959"/>
                    <a:ext cx="110786" cy="37493"/>
                  </a:xfrm>
                  <a:custGeom>
                    <a:rect b="b" l="l" r="r" t="t"/>
                    <a:pathLst>
                      <a:path extrusionOk="0" h="1485" w="4388">
                        <a:moveTo>
                          <a:pt x="3746" y="1"/>
                        </a:moveTo>
                        <a:cubicBezTo>
                          <a:pt x="3664" y="1"/>
                          <a:pt x="3580" y="19"/>
                          <a:pt x="3501" y="56"/>
                        </a:cubicBezTo>
                        <a:cubicBezTo>
                          <a:pt x="3025" y="259"/>
                          <a:pt x="2545" y="361"/>
                          <a:pt x="2098" y="361"/>
                        </a:cubicBezTo>
                        <a:cubicBezTo>
                          <a:pt x="1713" y="361"/>
                          <a:pt x="1351" y="286"/>
                          <a:pt x="1038" y="135"/>
                        </a:cubicBezTo>
                        <a:cubicBezTo>
                          <a:pt x="956" y="101"/>
                          <a:pt x="878" y="86"/>
                          <a:pt x="804" y="86"/>
                        </a:cubicBezTo>
                        <a:cubicBezTo>
                          <a:pt x="283" y="86"/>
                          <a:pt x="0" y="849"/>
                          <a:pt x="549" y="1151"/>
                        </a:cubicBezTo>
                        <a:cubicBezTo>
                          <a:pt x="1018" y="1373"/>
                          <a:pt x="1530" y="1484"/>
                          <a:pt x="2055" y="1484"/>
                        </a:cubicBezTo>
                        <a:cubicBezTo>
                          <a:pt x="2070" y="1484"/>
                          <a:pt x="2085" y="1484"/>
                          <a:pt x="2100" y="1484"/>
                        </a:cubicBezTo>
                        <a:cubicBezTo>
                          <a:pt x="2732" y="1477"/>
                          <a:pt x="3364" y="1347"/>
                          <a:pt x="3944" y="1086"/>
                        </a:cubicBezTo>
                        <a:cubicBezTo>
                          <a:pt x="4244" y="969"/>
                          <a:pt x="4388" y="630"/>
                          <a:pt x="4257" y="337"/>
                        </a:cubicBezTo>
                        <a:cubicBezTo>
                          <a:pt x="4168" y="124"/>
                          <a:pt x="3962" y="1"/>
                          <a:pt x="374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1" name="Google Shape;561;p38"/>
                  <p:cNvSpPr/>
                  <p:nvPr/>
                </p:nvSpPr>
                <p:spPr>
                  <a:xfrm>
                    <a:off x="6825321" y="2309220"/>
                    <a:ext cx="45269" cy="36053"/>
                  </a:xfrm>
                  <a:custGeom>
                    <a:rect b="b" l="l" r="r" t="t"/>
                    <a:pathLst>
                      <a:path extrusionOk="0" h="1428" w="1793">
                        <a:moveTo>
                          <a:pt x="815" y="1"/>
                        </a:moveTo>
                        <a:cubicBezTo>
                          <a:pt x="0" y="1"/>
                          <a:pt x="0" y="1428"/>
                          <a:pt x="815" y="1428"/>
                        </a:cubicBezTo>
                        <a:cubicBezTo>
                          <a:pt x="1792" y="1428"/>
                          <a:pt x="1792" y="1"/>
                          <a:pt x="815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2" name="Google Shape;562;p38"/>
                  <p:cNvSpPr/>
                  <p:nvPr/>
                </p:nvSpPr>
                <p:spPr>
                  <a:xfrm>
                    <a:off x="6812697" y="2361054"/>
                    <a:ext cx="18405" cy="28883"/>
                  </a:xfrm>
                  <a:custGeom>
                    <a:rect b="b" l="l" r="r" t="t"/>
                    <a:pathLst>
                      <a:path extrusionOk="0" h="1144" w="729">
                        <a:moveTo>
                          <a:pt x="506" y="1"/>
                        </a:moveTo>
                        <a:cubicBezTo>
                          <a:pt x="409" y="1"/>
                          <a:pt x="308" y="54"/>
                          <a:pt x="285" y="157"/>
                        </a:cubicBezTo>
                        <a:cubicBezTo>
                          <a:pt x="239" y="372"/>
                          <a:pt x="57" y="581"/>
                          <a:pt x="24" y="828"/>
                        </a:cubicBezTo>
                        <a:cubicBezTo>
                          <a:pt x="0" y="1027"/>
                          <a:pt x="175" y="1143"/>
                          <a:pt x="348" y="1143"/>
                        </a:cubicBezTo>
                        <a:cubicBezTo>
                          <a:pt x="458" y="1143"/>
                          <a:pt x="568" y="1096"/>
                          <a:pt x="624" y="991"/>
                        </a:cubicBezTo>
                        <a:cubicBezTo>
                          <a:pt x="696" y="867"/>
                          <a:pt x="702" y="692"/>
                          <a:pt x="715" y="548"/>
                        </a:cubicBezTo>
                        <a:cubicBezTo>
                          <a:pt x="728" y="418"/>
                          <a:pt x="728" y="287"/>
                          <a:pt x="709" y="157"/>
                        </a:cubicBezTo>
                        <a:cubicBezTo>
                          <a:pt x="693" y="51"/>
                          <a:pt x="601" y="1"/>
                          <a:pt x="50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3" name="Google Shape;563;p38"/>
                  <p:cNvSpPr/>
                  <p:nvPr/>
                </p:nvSpPr>
                <p:spPr>
                  <a:xfrm>
                    <a:off x="6832339" y="2374662"/>
                    <a:ext cx="22773" cy="27318"/>
                  </a:xfrm>
                  <a:custGeom>
                    <a:rect b="b" l="l" r="r" t="t"/>
                    <a:pathLst>
                      <a:path extrusionOk="0" h="1082" w="902">
                        <a:moveTo>
                          <a:pt x="700" y="0"/>
                        </a:moveTo>
                        <a:cubicBezTo>
                          <a:pt x="672" y="0"/>
                          <a:pt x="643" y="7"/>
                          <a:pt x="615" y="22"/>
                        </a:cubicBezTo>
                        <a:cubicBezTo>
                          <a:pt x="556" y="35"/>
                          <a:pt x="504" y="68"/>
                          <a:pt x="459" y="107"/>
                        </a:cubicBezTo>
                        <a:cubicBezTo>
                          <a:pt x="413" y="153"/>
                          <a:pt x="367" y="205"/>
                          <a:pt x="328" y="257"/>
                        </a:cubicBezTo>
                        <a:cubicBezTo>
                          <a:pt x="289" y="302"/>
                          <a:pt x="250" y="342"/>
                          <a:pt x="217" y="387"/>
                        </a:cubicBezTo>
                        <a:cubicBezTo>
                          <a:pt x="207" y="398"/>
                          <a:pt x="200" y="405"/>
                          <a:pt x="197" y="408"/>
                        </a:cubicBezTo>
                        <a:lnTo>
                          <a:pt x="197" y="408"/>
                        </a:lnTo>
                        <a:cubicBezTo>
                          <a:pt x="24" y="543"/>
                          <a:pt x="0" y="804"/>
                          <a:pt x="152" y="974"/>
                        </a:cubicBezTo>
                        <a:cubicBezTo>
                          <a:pt x="220" y="1042"/>
                          <a:pt x="326" y="1081"/>
                          <a:pt x="429" y="1081"/>
                        </a:cubicBezTo>
                        <a:cubicBezTo>
                          <a:pt x="523" y="1081"/>
                          <a:pt x="615" y="1048"/>
                          <a:pt x="674" y="974"/>
                        </a:cubicBezTo>
                        <a:cubicBezTo>
                          <a:pt x="700" y="941"/>
                          <a:pt x="719" y="915"/>
                          <a:pt x="745" y="882"/>
                        </a:cubicBezTo>
                        <a:cubicBezTo>
                          <a:pt x="765" y="856"/>
                          <a:pt x="771" y="824"/>
                          <a:pt x="784" y="798"/>
                        </a:cubicBezTo>
                        <a:cubicBezTo>
                          <a:pt x="792" y="731"/>
                          <a:pt x="795" y="698"/>
                          <a:pt x="795" y="698"/>
                        </a:cubicBezTo>
                        <a:lnTo>
                          <a:pt x="795" y="698"/>
                        </a:lnTo>
                        <a:cubicBezTo>
                          <a:pt x="795" y="698"/>
                          <a:pt x="794" y="716"/>
                          <a:pt x="791" y="752"/>
                        </a:cubicBezTo>
                        <a:cubicBezTo>
                          <a:pt x="811" y="700"/>
                          <a:pt x="824" y="648"/>
                          <a:pt x="837" y="596"/>
                        </a:cubicBezTo>
                        <a:cubicBezTo>
                          <a:pt x="850" y="531"/>
                          <a:pt x="869" y="465"/>
                          <a:pt x="882" y="400"/>
                        </a:cubicBezTo>
                        <a:cubicBezTo>
                          <a:pt x="902" y="302"/>
                          <a:pt x="895" y="211"/>
                          <a:pt x="863" y="120"/>
                        </a:cubicBezTo>
                        <a:cubicBezTo>
                          <a:pt x="839" y="45"/>
                          <a:pt x="772" y="0"/>
                          <a:pt x="7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4" name="Google Shape;564;p38"/>
                  <p:cNvSpPr/>
                  <p:nvPr/>
                </p:nvSpPr>
                <p:spPr>
                  <a:xfrm>
                    <a:off x="6973725" y="2516225"/>
                    <a:ext cx="61755" cy="50722"/>
                  </a:xfrm>
                  <a:custGeom>
                    <a:rect b="b" l="l" r="r" t="t"/>
                    <a:pathLst>
                      <a:path extrusionOk="0" h="2009" w="2446">
                        <a:moveTo>
                          <a:pt x="1142" y="1"/>
                        </a:moveTo>
                        <a:cubicBezTo>
                          <a:pt x="1" y="1"/>
                          <a:pt x="1" y="2008"/>
                          <a:pt x="1142" y="2008"/>
                        </a:cubicBezTo>
                        <a:cubicBezTo>
                          <a:pt x="2445" y="2008"/>
                          <a:pt x="2445" y="1"/>
                          <a:pt x="114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5" name="Google Shape;565;p38"/>
                  <p:cNvSpPr/>
                  <p:nvPr/>
                </p:nvSpPr>
                <p:spPr>
                  <a:xfrm>
                    <a:off x="6998418" y="2738706"/>
                    <a:ext cx="45269" cy="34589"/>
                  </a:xfrm>
                  <a:custGeom>
                    <a:rect b="b" l="l" r="r" t="t"/>
                    <a:pathLst>
                      <a:path extrusionOk="0" h="1370" w="1793">
                        <a:moveTo>
                          <a:pt x="815" y="0"/>
                        </a:moveTo>
                        <a:cubicBezTo>
                          <a:pt x="1" y="0"/>
                          <a:pt x="1" y="1369"/>
                          <a:pt x="815" y="1369"/>
                        </a:cubicBezTo>
                        <a:cubicBezTo>
                          <a:pt x="1793" y="1369"/>
                          <a:pt x="1793" y="0"/>
                          <a:pt x="81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6" name="Google Shape;566;p38"/>
                  <p:cNvSpPr/>
                  <p:nvPr/>
                </p:nvSpPr>
                <p:spPr>
                  <a:xfrm>
                    <a:off x="6982007" y="2784202"/>
                    <a:ext cx="50672" cy="23127"/>
                  </a:xfrm>
                  <a:custGeom>
                    <a:rect b="b" l="l" r="r" t="t"/>
                    <a:pathLst>
                      <a:path extrusionOk="0" h="916" w="2007">
                        <a:moveTo>
                          <a:pt x="1437" y="1"/>
                        </a:moveTo>
                        <a:cubicBezTo>
                          <a:pt x="1235" y="1"/>
                          <a:pt x="1047" y="97"/>
                          <a:pt x="833" y="193"/>
                        </a:cubicBezTo>
                        <a:cubicBezTo>
                          <a:pt x="716" y="251"/>
                          <a:pt x="598" y="304"/>
                          <a:pt x="481" y="369"/>
                        </a:cubicBezTo>
                        <a:cubicBezTo>
                          <a:pt x="331" y="440"/>
                          <a:pt x="233" y="571"/>
                          <a:pt x="103" y="662"/>
                        </a:cubicBezTo>
                        <a:cubicBezTo>
                          <a:pt x="0" y="722"/>
                          <a:pt x="55" y="867"/>
                          <a:pt x="162" y="867"/>
                        </a:cubicBezTo>
                        <a:cubicBezTo>
                          <a:pt x="170" y="867"/>
                          <a:pt x="179" y="866"/>
                          <a:pt x="188" y="864"/>
                        </a:cubicBezTo>
                        <a:cubicBezTo>
                          <a:pt x="213" y="861"/>
                          <a:pt x="238" y="859"/>
                          <a:pt x="264" y="859"/>
                        </a:cubicBezTo>
                        <a:cubicBezTo>
                          <a:pt x="382" y="859"/>
                          <a:pt x="501" y="890"/>
                          <a:pt x="625" y="890"/>
                        </a:cubicBezTo>
                        <a:cubicBezTo>
                          <a:pt x="768" y="890"/>
                          <a:pt x="892" y="890"/>
                          <a:pt x="1022" y="903"/>
                        </a:cubicBezTo>
                        <a:cubicBezTo>
                          <a:pt x="1125" y="907"/>
                          <a:pt x="1223" y="915"/>
                          <a:pt x="1316" y="915"/>
                        </a:cubicBezTo>
                        <a:cubicBezTo>
                          <a:pt x="1506" y="915"/>
                          <a:pt x="1677" y="883"/>
                          <a:pt x="1830" y="721"/>
                        </a:cubicBezTo>
                        <a:cubicBezTo>
                          <a:pt x="2006" y="532"/>
                          <a:pt x="1987" y="206"/>
                          <a:pt x="1752" y="82"/>
                        </a:cubicBezTo>
                        <a:cubicBezTo>
                          <a:pt x="1640" y="24"/>
                          <a:pt x="1537" y="1"/>
                          <a:pt x="1437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7" name="Google Shape;567;p38"/>
                  <p:cNvSpPr/>
                  <p:nvPr/>
                </p:nvSpPr>
                <p:spPr>
                  <a:xfrm>
                    <a:off x="7130235" y="2372566"/>
                    <a:ext cx="24692" cy="111266"/>
                  </a:xfrm>
                  <a:custGeom>
                    <a:rect b="b" l="l" r="r" t="t"/>
                    <a:pathLst>
                      <a:path extrusionOk="0" h="4407" w="978">
                        <a:moveTo>
                          <a:pt x="0" y="1"/>
                        </a:moveTo>
                        <a:lnTo>
                          <a:pt x="0" y="4407"/>
                        </a:lnTo>
                        <a:lnTo>
                          <a:pt x="978" y="4407"/>
                        </a:lnTo>
                        <a:lnTo>
                          <a:pt x="978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8" name="Google Shape;568;p38"/>
                  <p:cNvSpPr/>
                  <p:nvPr/>
                </p:nvSpPr>
                <p:spPr>
                  <a:xfrm>
                    <a:off x="7135663" y="2349212"/>
                    <a:ext cx="41810" cy="35877"/>
                  </a:xfrm>
                  <a:custGeom>
                    <a:rect b="b" l="l" r="r" t="t"/>
                    <a:pathLst>
                      <a:path extrusionOk="0" h="1421" w="1656">
                        <a:moveTo>
                          <a:pt x="711" y="0"/>
                        </a:moveTo>
                        <a:cubicBezTo>
                          <a:pt x="320" y="0"/>
                          <a:pt x="0" y="320"/>
                          <a:pt x="0" y="711"/>
                        </a:cubicBezTo>
                        <a:cubicBezTo>
                          <a:pt x="0" y="1139"/>
                          <a:pt x="349" y="1420"/>
                          <a:pt x="715" y="1420"/>
                        </a:cubicBezTo>
                        <a:cubicBezTo>
                          <a:pt x="889" y="1420"/>
                          <a:pt x="1067" y="1356"/>
                          <a:pt x="1213" y="1213"/>
                        </a:cubicBezTo>
                        <a:cubicBezTo>
                          <a:pt x="1656" y="763"/>
                          <a:pt x="1343" y="0"/>
                          <a:pt x="71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9" name="Google Shape;569;p38"/>
                  <p:cNvSpPr/>
                  <p:nvPr/>
                </p:nvSpPr>
                <p:spPr>
                  <a:xfrm>
                    <a:off x="7110971" y="2349212"/>
                    <a:ext cx="41835" cy="35877"/>
                  </a:xfrm>
                  <a:custGeom>
                    <a:rect b="b" l="l" r="r" t="t"/>
                    <a:pathLst>
                      <a:path extrusionOk="0" h="1421" w="1657">
                        <a:moveTo>
                          <a:pt x="705" y="0"/>
                        </a:moveTo>
                        <a:cubicBezTo>
                          <a:pt x="320" y="0"/>
                          <a:pt x="1" y="320"/>
                          <a:pt x="1" y="711"/>
                        </a:cubicBezTo>
                        <a:cubicBezTo>
                          <a:pt x="1" y="1139"/>
                          <a:pt x="350" y="1420"/>
                          <a:pt x="713" y="1420"/>
                        </a:cubicBezTo>
                        <a:cubicBezTo>
                          <a:pt x="886" y="1420"/>
                          <a:pt x="1063" y="1356"/>
                          <a:pt x="1206" y="1213"/>
                        </a:cubicBezTo>
                        <a:cubicBezTo>
                          <a:pt x="1656" y="763"/>
                          <a:pt x="1337" y="0"/>
                          <a:pt x="7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0" name="Google Shape;570;p38"/>
                  <p:cNvSpPr/>
                  <p:nvPr/>
                </p:nvSpPr>
                <p:spPr>
                  <a:xfrm>
                    <a:off x="7135663" y="2464720"/>
                    <a:ext cx="41810" cy="35776"/>
                  </a:xfrm>
                  <a:custGeom>
                    <a:rect b="b" l="l" r="r" t="t"/>
                    <a:pathLst>
                      <a:path extrusionOk="0" h="1417" w="1656">
                        <a:moveTo>
                          <a:pt x="711" y="1"/>
                        </a:moveTo>
                        <a:cubicBezTo>
                          <a:pt x="320" y="1"/>
                          <a:pt x="0" y="314"/>
                          <a:pt x="0" y="705"/>
                        </a:cubicBezTo>
                        <a:cubicBezTo>
                          <a:pt x="0" y="1132"/>
                          <a:pt x="349" y="1417"/>
                          <a:pt x="714" y="1417"/>
                        </a:cubicBezTo>
                        <a:cubicBezTo>
                          <a:pt x="889" y="1417"/>
                          <a:pt x="1067" y="1352"/>
                          <a:pt x="1213" y="1206"/>
                        </a:cubicBezTo>
                        <a:cubicBezTo>
                          <a:pt x="1656" y="763"/>
                          <a:pt x="1343" y="1"/>
                          <a:pt x="71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1" name="Google Shape;571;p38"/>
                  <p:cNvSpPr/>
                  <p:nvPr/>
                </p:nvSpPr>
                <p:spPr>
                  <a:xfrm>
                    <a:off x="7110971" y="2464720"/>
                    <a:ext cx="41835" cy="35776"/>
                  </a:xfrm>
                  <a:custGeom>
                    <a:rect b="b" l="l" r="r" t="t"/>
                    <a:pathLst>
                      <a:path extrusionOk="0" h="1417" w="1657">
                        <a:moveTo>
                          <a:pt x="705" y="1"/>
                        </a:moveTo>
                        <a:cubicBezTo>
                          <a:pt x="320" y="1"/>
                          <a:pt x="1" y="314"/>
                          <a:pt x="1" y="705"/>
                        </a:cubicBezTo>
                        <a:cubicBezTo>
                          <a:pt x="1" y="1132"/>
                          <a:pt x="350" y="1417"/>
                          <a:pt x="713" y="1417"/>
                        </a:cubicBezTo>
                        <a:cubicBezTo>
                          <a:pt x="886" y="1417"/>
                          <a:pt x="1063" y="1352"/>
                          <a:pt x="1206" y="1206"/>
                        </a:cubicBezTo>
                        <a:cubicBezTo>
                          <a:pt x="1656" y="763"/>
                          <a:pt x="1337" y="1"/>
                          <a:pt x="705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" name="Google Shape;572;p38"/>
                  <p:cNvSpPr/>
                  <p:nvPr/>
                </p:nvSpPr>
                <p:spPr>
                  <a:xfrm>
                    <a:off x="7108673" y="2594568"/>
                    <a:ext cx="30474" cy="104499"/>
                  </a:xfrm>
                  <a:custGeom>
                    <a:rect b="b" l="l" r="r" t="t"/>
                    <a:pathLst>
                      <a:path extrusionOk="0" h="4139" w="1207">
                        <a:moveTo>
                          <a:pt x="398" y="0"/>
                        </a:moveTo>
                        <a:lnTo>
                          <a:pt x="0" y="4060"/>
                        </a:lnTo>
                        <a:lnTo>
                          <a:pt x="815" y="4139"/>
                        </a:lnTo>
                        <a:lnTo>
                          <a:pt x="1206" y="78"/>
                        </a:lnTo>
                        <a:lnTo>
                          <a:pt x="39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" name="Google Shape;573;p38"/>
                  <p:cNvSpPr/>
                  <p:nvPr/>
                </p:nvSpPr>
                <p:spPr>
                  <a:xfrm>
                    <a:off x="7122913" y="2577349"/>
                    <a:ext cx="38098" cy="31938"/>
                  </a:xfrm>
                  <a:custGeom>
                    <a:rect b="b" l="l" r="r" t="t"/>
                    <a:pathLst>
                      <a:path extrusionOk="0" h="1265" w="1509">
                        <a:moveTo>
                          <a:pt x="662" y="0"/>
                        </a:moveTo>
                        <a:cubicBezTo>
                          <a:pt x="341" y="0"/>
                          <a:pt x="73" y="243"/>
                          <a:pt x="42" y="571"/>
                        </a:cubicBezTo>
                        <a:cubicBezTo>
                          <a:pt x="0" y="973"/>
                          <a:pt x="324" y="1265"/>
                          <a:pt x="672" y="1265"/>
                        </a:cubicBezTo>
                        <a:cubicBezTo>
                          <a:pt x="809" y="1265"/>
                          <a:pt x="949" y="1220"/>
                          <a:pt x="1072" y="1119"/>
                        </a:cubicBezTo>
                        <a:cubicBezTo>
                          <a:pt x="1509" y="760"/>
                          <a:pt x="1294" y="56"/>
                          <a:pt x="733" y="4"/>
                        </a:cubicBezTo>
                        <a:cubicBezTo>
                          <a:pt x="709" y="2"/>
                          <a:pt x="686" y="0"/>
                          <a:pt x="66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4" name="Google Shape;574;p38"/>
                  <p:cNvSpPr/>
                  <p:nvPr/>
                </p:nvSpPr>
                <p:spPr>
                  <a:xfrm>
                    <a:off x="7100821" y="2575077"/>
                    <a:ext cx="38149" cy="32090"/>
                  </a:xfrm>
                  <a:custGeom>
                    <a:rect b="b" l="l" r="r" t="t"/>
                    <a:pathLst>
                      <a:path extrusionOk="0" h="1271" w="1511">
                        <a:moveTo>
                          <a:pt x="669" y="0"/>
                        </a:moveTo>
                        <a:cubicBezTo>
                          <a:pt x="348" y="0"/>
                          <a:pt x="68" y="245"/>
                          <a:pt x="38" y="576"/>
                        </a:cubicBezTo>
                        <a:cubicBezTo>
                          <a:pt x="0" y="979"/>
                          <a:pt x="325" y="1270"/>
                          <a:pt x="673" y="1270"/>
                        </a:cubicBezTo>
                        <a:cubicBezTo>
                          <a:pt x="810" y="1270"/>
                          <a:pt x="951" y="1225"/>
                          <a:pt x="1074" y="1124"/>
                        </a:cubicBezTo>
                        <a:cubicBezTo>
                          <a:pt x="1511" y="766"/>
                          <a:pt x="1296" y="62"/>
                          <a:pt x="728" y="3"/>
                        </a:cubicBezTo>
                        <a:cubicBezTo>
                          <a:pt x="708" y="1"/>
                          <a:pt x="689" y="0"/>
                          <a:pt x="66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5" name="Google Shape;575;p38"/>
                  <p:cNvSpPr/>
                  <p:nvPr/>
                </p:nvSpPr>
                <p:spPr>
                  <a:xfrm>
                    <a:off x="7112864" y="2680182"/>
                    <a:ext cx="38124" cy="31963"/>
                  </a:xfrm>
                  <a:custGeom>
                    <a:rect b="b" l="l" r="r" t="t"/>
                    <a:pathLst>
                      <a:path extrusionOk="0" h="1266" w="1510">
                        <a:moveTo>
                          <a:pt x="662" y="1"/>
                        </a:moveTo>
                        <a:cubicBezTo>
                          <a:pt x="341" y="1"/>
                          <a:pt x="73" y="244"/>
                          <a:pt x="43" y="572"/>
                        </a:cubicBezTo>
                        <a:cubicBezTo>
                          <a:pt x="1" y="974"/>
                          <a:pt x="325" y="1265"/>
                          <a:pt x="672" y="1265"/>
                        </a:cubicBezTo>
                        <a:cubicBezTo>
                          <a:pt x="809" y="1265"/>
                          <a:pt x="949" y="1220"/>
                          <a:pt x="1073" y="1119"/>
                        </a:cubicBezTo>
                        <a:cubicBezTo>
                          <a:pt x="1509" y="761"/>
                          <a:pt x="1294" y="57"/>
                          <a:pt x="734" y="5"/>
                        </a:cubicBezTo>
                        <a:cubicBezTo>
                          <a:pt x="710" y="2"/>
                          <a:pt x="686" y="1"/>
                          <a:pt x="66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6" name="Google Shape;576;p38"/>
                  <p:cNvSpPr/>
                  <p:nvPr/>
                </p:nvSpPr>
                <p:spPr>
                  <a:xfrm>
                    <a:off x="7090823" y="2678086"/>
                    <a:ext cx="38124" cy="32090"/>
                  </a:xfrm>
                  <a:custGeom>
                    <a:rect b="b" l="l" r="r" t="t"/>
                    <a:pathLst>
                      <a:path extrusionOk="0" h="1271" w="1510">
                        <a:moveTo>
                          <a:pt x="673" y="0"/>
                        </a:moveTo>
                        <a:cubicBezTo>
                          <a:pt x="347" y="0"/>
                          <a:pt x="73" y="245"/>
                          <a:pt x="43" y="576"/>
                        </a:cubicBezTo>
                        <a:cubicBezTo>
                          <a:pt x="0" y="979"/>
                          <a:pt x="324" y="1270"/>
                          <a:pt x="672" y="1270"/>
                        </a:cubicBezTo>
                        <a:cubicBezTo>
                          <a:pt x="809" y="1270"/>
                          <a:pt x="949" y="1225"/>
                          <a:pt x="1072" y="1124"/>
                        </a:cubicBezTo>
                        <a:cubicBezTo>
                          <a:pt x="1509" y="765"/>
                          <a:pt x="1294" y="55"/>
                          <a:pt x="733" y="3"/>
                        </a:cubicBezTo>
                        <a:cubicBezTo>
                          <a:pt x="713" y="1"/>
                          <a:pt x="693" y="0"/>
                          <a:pt x="67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7" name="Google Shape;577;p38"/>
                  <p:cNvSpPr/>
                  <p:nvPr/>
                </p:nvSpPr>
                <p:spPr>
                  <a:xfrm>
                    <a:off x="7234886" y="2178085"/>
                    <a:ext cx="55974" cy="109448"/>
                  </a:xfrm>
                  <a:custGeom>
                    <a:rect b="b" l="l" r="r" t="t"/>
                    <a:pathLst>
                      <a:path extrusionOk="0" h="4335" w="2217">
                        <a:moveTo>
                          <a:pt x="900" y="0"/>
                        </a:moveTo>
                        <a:lnTo>
                          <a:pt x="0" y="293"/>
                        </a:lnTo>
                        <a:lnTo>
                          <a:pt x="1317" y="4334"/>
                        </a:lnTo>
                        <a:lnTo>
                          <a:pt x="2216" y="4041"/>
                        </a:lnTo>
                        <a:lnTo>
                          <a:pt x="9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8" name="Google Shape;578;p38"/>
                  <p:cNvSpPr/>
                  <p:nvPr/>
                </p:nvSpPr>
                <p:spPr>
                  <a:xfrm>
                    <a:off x="7235214" y="2156120"/>
                    <a:ext cx="40775" cy="34463"/>
                  </a:xfrm>
                  <a:custGeom>
                    <a:rect b="b" l="l" r="r" t="t"/>
                    <a:pathLst>
                      <a:path extrusionOk="0" h="1365" w="1615">
                        <a:moveTo>
                          <a:pt x="774" y="0"/>
                        </a:moveTo>
                        <a:cubicBezTo>
                          <a:pt x="703" y="0"/>
                          <a:pt x="629" y="12"/>
                          <a:pt x="554" y="36"/>
                        </a:cubicBezTo>
                        <a:cubicBezTo>
                          <a:pt x="196" y="153"/>
                          <a:pt x="0" y="538"/>
                          <a:pt x="118" y="896"/>
                        </a:cubicBezTo>
                        <a:cubicBezTo>
                          <a:pt x="219" y="1203"/>
                          <a:pt x="493" y="1364"/>
                          <a:pt x="769" y="1364"/>
                        </a:cubicBezTo>
                        <a:cubicBezTo>
                          <a:pt x="1008" y="1364"/>
                          <a:pt x="1248" y="1242"/>
                          <a:pt x="1376" y="987"/>
                        </a:cubicBezTo>
                        <a:cubicBezTo>
                          <a:pt x="1614" y="516"/>
                          <a:pt x="1254" y="0"/>
                          <a:pt x="77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9" name="Google Shape;579;p38"/>
                  <p:cNvSpPr/>
                  <p:nvPr/>
                </p:nvSpPr>
                <p:spPr>
                  <a:xfrm>
                    <a:off x="7212668" y="2163517"/>
                    <a:ext cx="40749" cy="34488"/>
                  </a:xfrm>
                  <a:custGeom>
                    <a:rect b="b" l="l" r="r" t="t"/>
                    <a:pathLst>
                      <a:path extrusionOk="0" h="1366" w="1614">
                        <a:moveTo>
                          <a:pt x="770" y="1"/>
                        </a:moveTo>
                        <a:cubicBezTo>
                          <a:pt x="700" y="1"/>
                          <a:pt x="628" y="12"/>
                          <a:pt x="554" y="36"/>
                        </a:cubicBezTo>
                        <a:cubicBezTo>
                          <a:pt x="196" y="154"/>
                          <a:pt x="0" y="538"/>
                          <a:pt x="118" y="897"/>
                        </a:cubicBezTo>
                        <a:cubicBezTo>
                          <a:pt x="216" y="1204"/>
                          <a:pt x="490" y="1366"/>
                          <a:pt x="765" y="1366"/>
                        </a:cubicBezTo>
                        <a:cubicBezTo>
                          <a:pt x="1003" y="1366"/>
                          <a:pt x="1242" y="1245"/>
                          <a:pt x="1369" y="994"/>
                        </a:cubicBezTo>
                        <a:cubicBezTo>
                          <a:pt x="1614" y="522"/>
                          <a:pt x="1248" y="1"/>
                          <a:pt x="770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0" name="Google Shape;580;p38"/>
                  <p:cNvSpPr/>
                  <p:nvPr/>
                </p:nvSpPr>
                <p:spPr>
                  <a:xfrm>
                    <a:off x="7269778" y="2261932"/>
                    <a:ext cx="40749" cy="34362"/>
                  </a:xfrm>
                  <a:custGeom>
                    <a:rect b="b" l="l" r="r" t="t"/>
                    <a:pathLst>
                      <a:path extrusionOk="0" h="1361" w="1614">
                        <a:moveTo>
                          <a:pt x="773" y="0"/>
                        </a:moveTo>
                        <a:cubicBezTo>
                          <a:pt x="702" y="0"/>
                          <a:pt x="629" y="11"/>
                          <a:pt x="554" y="36"/>
                        </a:cubicBezTo>
                        <a:cubicBezTo>
                          <a:pt x="196" y="146"/>
                          <a:pt x="0" y="531"/>
                          <a:pt x="117" y="889"/>
                        </a:cubicBezTo>
                        <a:cubicBezTo>
                          <a:pt x="218" y="1200"/>
                          <a:pt x="493" y="1361"/>
                          <a:pt x="768" y="1361"/>
                        </a:cubicBezTo>
                        <a:cubicBezTo>
                          <a:pt x="1008" y="1361"/>
                          <a:pt x="1248" y="1239"/>
                          <a:pt x="1375" y="987"/>
                        </a:cubicBezTo>
                        <a:cubicBezTo>
                          <a:pt x="1614" y="516"/>
                          <a:pt x="1254" y="0"/>
                          <a:pt x="77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1" name="Google Shape;581;p38"/>
                  <p:cNvSpPr/>
                  <p:nvPr/>
                </p:nvSpPr>
                <p:spPr>
                  <a:xfrm>
                    <a:off x="7247055" y="2269178"/>
                    <a:ext cx="40775" cy="34539"/>
                  </a:xfrm>
                  <a:custGeom>
                    <a:rect b="b" l="l" r="r" t="t"/>
                    <a:pathLst>
                      <a:path extrusionOk="0" h="1368" w="1615">
                        <a:moveTo>
                          <a:pt x="772" y="0"/>
                        </a:moveTo>
                        <a:cubicBezTo>
                          <a:pt x="702" y="0"/>
                          <a:pt x="629" y="11"/>
                          <a:pt x="555" y="35"/>
                        </a:cubicBezTo>
                        <a:cubicBezTo>
                          <a:pt x="196" y="153"/>
                          <a:pt x="1" y="537"/>
                          <a:pt x="118" y="896"/>
                        </a:cubicBezTo>
                        <a:cubicBezTo>
                          <a:pt x="219" y="1206"/>
                          <a:pt x="493" y="1367"/>
                          <a:pt x="769" y="1367"/>
                        </a:cubicBezTo>
                        <a:cubicBezTo>
                          <a:pt x="1008" y="1367"/>
                          <a:pt x="1249" y="1245"/>
                          <a:pt x="1376" y="994"/>
                        </a:cubicBezTo>
                        <a:cubicBezTo>
                          <a:pt x="1615" y="522"/>
                          <a:pt x="1253" y="0"/>
                          <a:pt x="77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2" name="Google Shape;582;p38"/>
                  <p:cNvSpPr/>
                  <p:nvPr/>
                </p:nvSpPr>
                <p:spPr>
                  <a:xfrm>
                    <a:off x="7177119" y="2021601"/>
                    <a:ext cx="55974" cy="109271"/>
                  </a:xfrm>
                  <a:custGeom>
                    <a:rect b="b" l="l" r="r" t="t"/>
                    <a:pathLst>
                      <a:path extrusionOk="0" h="4328" w="2217">
                        <a:moveTo>
                          <a:pt x="900" y="0"/>
                        </a:moveTo>
                        <a:lnTo>
                          <a:pt x="1" y="287"/>
                        </a:lnTo>
                        <a:lnTo>
                          <a:pt x="1324" y="4328"/>
                        </a:lnTo>
                        <a:lnTo>
                          <a:pt x="2217" y="4034"/>
                        </a:lnTo>
                        <a:lnTo>
                          <a:pt x="9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3" name="Google Shape;583;p38"/>
                  <p:cNvSpPr/>
                  <p:nvPr/>
                </p:nvSpPr>
                <p:spPr>
                  <a:xfrm>
                    <a:off x="7177624" y="1999459"/>
                    <a:ext cx="40749" cy="34387"/>
                  </a:xfrm>
                  <a:custGeom>
                    <a:rect b="b" l="l" r="r" t="t"/>
                    <a:pathLst>
                      <a:path extrusionOk="0" h="1362" w="1614">
                        <a:moveTo>
                          <a:pt x="772" y="1"/>
                        </a:moveTo>
                        <a:cubicBezTo>
                          <a:pt x="701" y="1"/>
                          <a:pt x="628" y="12"/>
                          <a:pt x="554" y="36"/>
                        </a:cubicBezTo>
                        <a:cubicBezTo>
                          <a:pt x="196" y="147"/>
                          <a:pt x="0" y="538"/>
                          <a:pt x="118" y="897"/>
                        </a:cubicBezTo>
                        <a:cubicBezTo>
                          <a:pt x="218" y="1203"/>
                          <a:pt x="490" y="1362"/>
                          <a:pt x="763" y="1362"/>
                        </a:cubicBezTo>
                        <a:cubicBezTo>
                          <a:pt x="1002" y="1362"/>
                          <a:pt x="1241" y="1240"/>
                          <a:pt x="1369" y="988"/>
                        </a:cubicBezTo>
                        <a:cubicBezTo>
                          <a:pt x="1613" y="516"/>
                          <a:pt x="1249" y="1"/>
                          <a:pt x="77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4" name="Google Shape;584;p38"/>
                  <p:cNvSpPr/>
                  <p:nvPr/>
                </p:nvSpPr>
                <p:spPr>
                  <a:xfrm>
                    <a:off x="7154902" y="2006882"/>
                    <a:ext cx="40775" cy="34463"/>
                  </a:xfrm>
                  <a:custGeom>
                    <a:rect b="b" l="l" r="r" t="t"/>
                    <a:pathLst>
                      <a:path extrusionOk="0" h="1365" w="1615">
                        <a:moveTo>
                          <a:pt x="772" y="0"/>
                        </a:moveTo>
                        <a:cubicBezTo>
                          <a:pt x="702" y="0"/>
                          <a:pt x="629" y="11"/>
                          <a:pt x="555" y="36"/>
                        </a:cubicBezTo>
                        <a:cubicBezTo>
                          <a:pt x="196" y="153"/>
                          <a:pt x="1" y="537"/>
                          <a:pt x="118" y="896"/>
                        </a:cubicBezTo>
                        <a:cubicBezTo>
                          <a:pt x="220" y="1204"/>
                          <a:pt x="495" y="1365"/>
                          <a:pt x="771" y="1365"/>
                        </a:cubicBezTo>
                        <a:cubicBezTo>
                          <a:pt x="1010" y="1365"/>
                          <a:pt x="1249" y="1244"/>
                          <a:pt x="1376" y="994"/>
                        </a:cubicBezTo>
                        <a:cubicBezTo>
                          <a:pt x="1615" y="522"/>
                          <a:pt x="1253" y="0"/>
                          <a:pt x="77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5" name="Google Shape;585;p38"/>
                  <p:cNvSpPr/>
                  <p:nvPr/>
                </p:nvSpPr>
                <p:spPr>
                  <a:xfrm>
                    <a:off x="7212163" y="2105271"/>
                    <a:ext cx="40623" cy="34488"/>
                  </a:xfrm>
                  <a:custGeom>
                    <a:rect b="b" l="l" r="r" t="t"/>
                    <a:pathLst>
                      <a:path extrusionOk="0" h="1366" w="1609">
                        <a:moveTo>
                          <a:pt x="772" y="0"/>
                        </a:moveTo>
                        <a:cubicBezTo>
                          <a:pt x="702" y="0"/>
                          <a:pt x="629" y="12"/>
                          <a:pt x="555" y="36"/>
                        </a:cubicBezTo>
                        <a:cubicBezTo>
                          <a:pt x="196" y="153"/>
                          <a:pt x="1" y="538"/>
                          <a:pt x="118" y="896"/>
                        </a:cubicBezTo>
                        <a:cubicBezTo>
                          <a:pt x="216" y="1204"/>
                          <a:pt x="490" y="1365"/>
                          <a:pt x="766" y="1365"/>
                        </a:cubicBezTo>
                        <a:cubicBezTo>
                          <a:pt x="1004" y="1365"/>
                          <a:pt x="1243" y="1245"/>
                          <a:pt x="1370" y="994"/>
                        </a:cubicBezTo>
                        <a:cubicBezTo>
                          <a:pt x="1608" y="517"/>
                          <a:pt x="1248" y="0"/>
                          <a:pt x="77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6" name="Google Shape;586;p38"/>
                  <p:cNvSpPr/>
                  <p:nvPr/>
                </p:nvSpPr>
                <p:spPr>
                  <a:xfrm>
                    <a:off x="7189465" y="2112517"/>
                    <a:ext cx="40749" cy="34539"/>
                  </a:xfrm>
                  <a:custGeom>
                    <a:rect b="b" l="l" r="r" t="t"/>
                    <a:pathLst>
                      <a:path extrusionOk="0" h="1368" w="1614">
                        <a:moveTo>
                          <a:pt x="770" y="0"/>
                        </a:moveTo>
                        <a:cubicBezTo>
                          <a:pt x="700" y="0"/>
                          <a:pt x="628" y="12"/>
                          <a:pt x="554" y="36"/>
                        </a:cubicBezTo>
                        <a:cubicBezTo>
                          <a:pt x="196" y="153"/>
                          <a:pt x="0" y="538"/>
                          <a:pt x="118" y="896"/>
                        </a:cubicBezTo>
                        <a:cubicBezTo>
                          <a:pt x="219" y="1206"/>
                          <a:pt x="491" y="1367"/>
                          <a:pt x="765" y="1367"/>
                        </a:cubicBezTo>
                        <a:cubicBezTo>
                          <a:pt x="1003" y="1367"/>
                          <a:pt x="1242" y="1246"/>
                          <a:pt x="1369" y="994"/>
                        </a:cubicBezTo>
                        <a:cubicBezTo>
                          <a:pt x="1614" y="522"/>
                          <a:pt x="1248" y="0"/>
                          <a:pt x="77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7" name="Google Shape;587;p38"/>
                  <p:cNvSpPr/>
                  <p:nvPr/>
                </p:nvSpPr>
                <p:spPr>
                  <a:xfrm>
                    <a:off x="7270434" y="2309220"/>
                    <a:ext cx="45269" cy="36053"/>
                  </a:xfrm>
                  <a:custGeom>
                    <a:rect b="b" l="l" r="r" t="t"/>
                    <a:pathLst>
                      <a:path extrusionOk="0" h="1428" w="1793">
                        <a:moveTo>
                          <a:pt x="978" y="1"/>
                        </a:moveTo>
                        <a:cubicBezTo>
                          <a:pt x="0" y="1"/>
                          <a:pt x="0" y="1428"/>
                          <a:pt x="978" y="1428"/>
                        </a:cubicBezTo>
                        <a:cubicBezTo>
                          <a:pt x="1792" y="1428"/>
                          <a:pt x="1792" y="1"/>
                          <a:pt x="978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8" name="Google Shape;588;p38"/>
                  <p:cNvSpPr/>
                  <p:nvPr/>
                </p:nvSpPr>
                <p:spPr>
                  <a:xfrm>
                    <a:off x="7309921" y="2361054"/>
                    <a:ext cx="18229" cy="28883"/>
                  </a:xfrm>
                  <a:custGeom>
                    <a:rect b="b" l="l" r="r" t="t"/>
                    <a:pathLst>
                      <a:path extrusionOk="0" h="1144" w="722">
                        <a:moveTo>
                          <a:pt x="222" y="1"/>
                        </a:moveTo>
                        <a:cubicBezTo>
                          <a:pt x="128" y="1"/>
                          <a:pt x="36" y="51"/>
                          <a:pt x="20" y="157"/>
                        </a:cubicBezTo>
                        <a:cubicBezTo>
                          <a:pt x="0" y="287"/>
                          <a:pt x="0" y="418"/>
                          <a:pt x="13" y="548"/>
                        </a:cubicBezTo>
                        <a:cubicBezTo>
                          <a:pt x="26" y="692"/>
                          <a:pt x="33" y="867"/>
                          <a:pt x="105" y="991"/>
                        </a:cubicBezTo>
                        <a:cubicBezTo>
                          <a:pt x="161" y="1096"/>
                          <a:pt x="269" y="1143"/>
                          <a:pt x="379" y="1143"/>
                        </a:cubicBezTo>
                        <a:cubicBezTo>
                          <a:pt x="549" y="1143"/>
                          <a:pt x="722" y="1027"/>
                          <a:pt x="698" y="828"/>
                        </a:cubicBezTo>
                        <a:cubicBezTo>
                          <a:pt x="672" y="581"/>
                          <a:pt x="489" y="372"/>
                          <a:pt x="437" y="157"/>
                        </a:cubicBezTo>
                        <a:cubicBezTo>
                          <a:pt x="417" y="54"/>
                          <a:pt x="318" y="1"/>
                          <a:pt x="22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9" name="Google Shape;589;p38"/>
                  <p:cNvSpPr/>
                  <p:nvPr/>
                </p:nvSpPr>
                <p:spPr>
                  <a:xfrm>
                    <a:off x="7285886" y="2374662"/>
                    <a:ext cx="22420" cy="27318"/>
                  </a:xfrm>
                  <a:custGeom>
                    <a:rect b="b" l="l" r="r" t="t"/>
                    <a:pathLst>
                      <a:path extrusionOk="0" h="1082" w="888">
                        <a:moveTo>
                          <a:pt x="200" y="0"/>
                        </a:moveTo>
                        <a:cubicBezTo>
                          <a:pt x="130" y="0"/>
                          <a:pt x="63" y="45"/>
                          <a:pt x="40" y="120"/>
                        </a:cubicBezTo>
                        <a:cubicBezTo>
                          <a:pt x="7" y="211"/>
                          <a:pt x="1" y="302"/>
                          <a:pt x="14" y="400"/>
                        </a:cubicBezTo>
                        <a:cubicBezTo>
                          <a:pt x="33" y="465"/>
                          <a:pt x="46" y="531"/>
                          <a:pt x="66" y="596"/>
                        </a:cubicBezTo>
                        <a:cubicBezTo>
                          <a:pt x="79" y="648"/>
                          <a:pt x="92" y="700"/>
                          <a:pt x="112" y="752"/>
                        </a:cubicBezTo>
                        <a:cubicBezTo>
                          <a:pt x="109" y="716"/>
                          <a:pt x="107" y="698"/>
                          <a:pt x="107" y="698"/>
                        </a:cubicBezTo>
                        <a:lnTo>
                          <a:pt x="107" y="698"/>
                        </a:lnTo>
                        <a:cubicBezTo>
                          <a:pt x="107" y="698"/>
                          <a:pt x="111" y="731"/>
                          <a:pt x="118" y="798"/>
                        </a:cubicBezTo>
                        <a:lnTo>
                          <a:pt x="157" y="882"/>
                        </a:lnTo>
                        <a:cubicBezTo>
                          <a:pt x="177" y="915"/>
                          <a:pt x="203" y="941"/>
                          <a:pt x="229" y="974"/>
                        </a:cubicBezTo>
                        <a:cubicBezTo>
                          <a:pt x="288" y="1048"/>
                          <a:pt x="380" y="1081"/>
                          <a:pt x="473" y="1081"/>
                        </a:cubicBezTo>
                        <a:cubicBezTo>
                          <a:pt x="575" y="1081"/>
                          <a:pt x="679" y="1042"/>
                          <a:pt x="744" y="974"/>
                        </a:cubicBezTo>
                        <a:cubicBezTo>
                          <a:pt x="861" y="856"/>
                          <a:pt x="887" y="674"/>
                          <a:pt x="802" y="531"/>
                        </a:cubicBezTo>
                        <a:cubicBezTo>
                          <a:pt x="777" y="480"/>
                          <a:pt x="744" y="437"/>
                          <a:pt x="700" y="406"/>
                        </a:cubicBezTo>
                        <a:lnTo>
                          <a:pt x="700" y="406"/>
                        </a:lnTo>
                        <a:cubicBezTo>
                          <a:pt x="701" y="404"/>
                          <a:pt x="696" y="398"/>
                          <a:pt x="685" y="387"/>
                        </a:cubicBezTo>
                        <a:cubicBezTo>
                          <a:pt x="646" y="342"/>
                          <a:pt x="607" y="302"/>
                          <a:pt x="574" y="257"/>
                        </a:cubicBezTo>
                        <a:cubicBezTo>
                          <a:pt x="535" y="205"/>
                          <a:pt x="490" y="153"/>
                          <a:pt x="437" y="107"/>
                        </a:cubicBezTo>
                        <a:cubicBezTo>
                          <a:pt x="392" y="68"/>
                          <a:pt x="340" y="35"/>
                          <a:pt x="281" y="22"/>
                        </a:cubicBezTo>
                        <a:cubicBezTo>
                          <a:pt x="255" y="7"/>
                          <a:pt x="227" y="0"/>
                          <a:pt x="2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0" name="Google Shape;590;p38"/>
                  <p:cNvSpPr/>
                  <p:nvPr/>
                </p:nvSpPr>
                <p:spPr>
                  <a:xfrm>
                    <a:off x="7105543" y="2516225"/>
                    <a:ext cx="61730" cy="50722"/>
                  </a:xfrm>
                  <a:custGeom>
                    <a:rect b="b" l="l" r="r" t="t"/>
                    <a:pathLst>
                      <a:path extrusionOk="0" h="2009" w="2445">
                        <a:moveTo>
                          <a:pt x="1304" y="1"/>
                        </a:moveTo>
                        <a:cubicBezTo>
                          <a:pt x="1" y="1"/>
                          <a:pt x="1" y="2008"/>
                          <a:pt x="1304" y="2008"/>
                        </a:cubicBezTo>
                        <a:cubicBezTo>
                          <a:pt x="2445" y="2008"/>
                          <a:pt x="2445" y="1"/>
                          <a:pt x="1304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1" name="Google Shape;591;p38"/>
                  <p:cNvSpPr/>
                  <p:nvPr/>
                </p:nvSpPr>
                <p:spPr>
                  <a:xfrm>
                    <a:off x="7097160" y="2738706"/>
                    <a:ext cx="45420" cy="34589"/>
                  </a:xfrm>
                  <a:custGeom>
                    <a:rect b="b" l="l" r="r" t="t"/>
                    <a:pathLst>
                      <a:path extrusionOk="0" h="1370" w="1799">
                        <a:moveTo>
                          <a:pt x="984" y="0"/>
                        </a:moveTo>
                        <a:cubicBezTo>
                          <a:pt x="0" y="0"/>
                          <a:pt x="0" y="1369"/>
                          <a:pt x="984" y="1369"/>
                        </a:cubicBezTo>
                        <a:cubicBezTo>
                          <a:pt x="1799" y="1369"/>
                          <a:pt x="1799" y="0"/>
                          <a:pt x="98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2" name="Google Shape;592;p38"/>
                  <p:cNvSpPr/>
                  <p:nvPr/>
                </p:nvSpPr>
                <p:spPr>
                  <a:xfrm>
                    <a:off x="7108345" y="2784202"/>
                    <a:ext cx="50520" cy="23127"/>
                  </a:xfrm>
                  <a:custGeom>
                    <a:rect b="b" l="l" r="r" t="t"/>
                    <a:pathLst>
                      <a:path extrusionOk="0" h="916" w="2001">
                        <a:moveTo>
                          <a:pt x="566" y="1"/>
                        </a:moveTo>
                        <a:cubicBezTo>
                          <a:pt x="467" y="1"/>
                          <a:pt x="364" y="24"/>
                          <a:pt x="255" y="82"/>
                        </a:cubicBezTo>
                        <a:cubicBezTo>
                          <a:pt x="13" y="206"/>
                          <a:pt x="0" y="532"/>
                          <a:pt x="170" y="721"/>
                        </a:cubicBezTo>
                        <a:cubicBezTo>
                          <a:pt x="327" y="883"/>
                          <a:pt x="500" y="915"/>
                          <a:pt x="689" y="915"/>
                        </a:cubicBezTo>
                        <a:cubicBezTo>
                          <a:pt x="781" y="915"/>
                          <a:pt x="877" y="907"/>
                          <a:pt x="978" y="903"/>
                        </a:cubicBezTo>
                        <a:cubicBezTo>
                          <a:pt x="1115" y="890"/>
                          <a:pt x="1239" y="890"/>
                          <a:pt x="1382" y="890"/>
                        </a:cubicBezTo>
                        <a:cubicBezTo>
                          <a:pt x="1500" y="890"/>
                          <a:pt x="1623" y="859"/>
                          <a:pt x="1742" y="859"/>
                        </a:cubicBezTo>
                        <a:cubicBezTo>
                          <a:pt x="1768" y="859"/>
                          <a:pt x="1793" y="861"/>
                          <a:pt x="1819" y="864"/>
                        </a:cubicBezTo>
                        <a:cubicBezTo>
                          <a:pt x="1827" y="866"/>
                          <a:pt x="1836" y="867"/>
                          <a:pt x="1844" y="867"/>
                        </a:cubicBezTo>
                        <a:cubicBezTo>
                          <a:pt x="1946" y="867"/>
                          <a:pt x="2000" y="722"/>
                          <a:pt x="1903" y="662"/>
                        </a:cubicBezTo>
                        <a:cubicBezTo>
                          <a:pt x="1767" y="571"/>
                          <a:pt x="1669" y="440"/>
                          <a:pt x="1525" y="369"/>
                        </a:cubicBezTo>
                        <a:cubicBezTo>
                          <a:pt x="1408" y="304"/>
                          <a:pt x="1291" y="251"/>
                          <a:pt x="1173" y="193"/>
                        </a:cubicBezTo>
                        <a:cubicBezTo>
                          <a:pt x="959" y="97"/>
                          <a:pt x="769" y="1"/>
                          <a:pt x="56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3" name="Google Shape;593;p38"/>
                  <p:cNvSpPr/>
                  <p:nvPr/>
                </p:nvSpPr>
                <p:spPr>
                  <a:xfrm>
                    <a:off x="6949715" y="2273849"/>
                    <a:ext cx="125581" cy="69961"/>
                  </a:xfrm>
                  <a:custGeom>
                    <a:rect b="b" l="l" r="r" t="t"/>
                    <a:pathLst>
                      <a:path extrusionOk="0" h="2771" w="4974">
                        <a:moveTo>
                          <a:pt x="2008" y="0"/>
                        </a:moveTo>
                        <a:cubicBezTo>
                          <a:pt x="1024" y="0"/>
                          <a:pt x="0" y="1141"/>
                          <a:pt x="880" y="1708"/>
                        </a:cubicBezTo>
                        <a:cubicBezTo>
                          <a:pt x="1760" y="2281"/>
                          <a:pt x="4973" y="2770"/>
                          <a:pt x="4973" y="2770"/>
                        </a:cubicBezTo>
                        <a:lnTo>
                          <a:pt x="4784" y="1056"/>
                        </a:lnTo>
                        <a:cubicBezTo>
                          <a:pt x="4133" y="1056"/>
                          <a:pt x="2992" y="0"/>
                          <a:pt x="200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4" name="Google Shape;594;p38"/>
                  <p:cNvSpPr/>
                  <p:nvPr/>
                </p:nvSpPr>
                <p:spPr>
                  <a:xfrm>
                    <a:off x="7065551" y="2273849"/>
                    <a:ext cx="125758" cy="69961"/>
                  </a:xfrm>
                  <a:custGeom>
                    <a:rect b="b" l="l" r="r" t="t"/>
                    <a:pathLst>
                      <a:path extrusionOk="0" h="2771" w="4981">
                        <a:moveTo>
                          <a:pt x="2966" y="0"/>
                        </a:moveTo>
                        <a:cubicBezTo>
                          <a:pt x="1989" y="0"/>
                          <a:pt x="848" y="1056"/>
                          <a:pt x="196" y="1056"/>
                        </a:cubicBezTo>
                        <a:lnTo>
                          <a:pt x="1" y="2770"/>
                        </a:lnTo>
                        <a:cubicBezTo>
                          <a:pt x="1" y="2770"/>
                          <a:pt x="3214" y="2281"/>
                          <a:pt x="4094" y="1708"/>
                        </a:cubicBezTo>
                        <a:cubicBezTo>
                          <a:pt x="4980" y="1141"/>
                          <a:pt x="3950" y="0"/>
                          <a:pt x="296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95" name="Google Shape;595;p38"/>
                  <p:cNvGrpSpPr/>
                  <p:nvPr/>
                </p:nvGrpSpPr>
                <p:grpSpPr>
                  <a:xfrm>
                    <a:off x="6934567" y="1636703"/>
                    <a:ext cx="275980" cy="252449"/>
                    <a:chOff x="6934567" y="1636703"/>
                    <a:chExt cx="275980" cy="252449"/>
                  </a:xfrm>
                </p:grpSpPr>
                <p:sp>
                  <p:nvSpPr>
                    <p:cNvPr id="596" name="Google Shape;596;p38"/>
                    <p:cNvSpPr/>
                    <p:nvPr/>
                  </p:nvSpPr>
                  <p:spPr>
                    <a:xfrm>
                      <a:off x="6934567" y="1636703"/>
                      <a:ext cx="275980" cy="197334"/>
                    </a:xfrm>
                    <a:custGeom>
                      <a:rect b="b" l="l" r="r" t="t"/>
                      <a:pathLst>
                        <a:path extrusionOk="0" h="7816" w="10931">
                          <a:moveTo>
                            <a:pt x="3014" y="3747"/>
                          </a:moveTo>
                          <a:cubicBezTo>
                            <a:pt x="3652" y="3747"/>
                            <a:pt x="4263" y="4241"/>
                            <a:pt x="4263" y="4986"/>
                          </a:cubicBezTo>
                          <a:cubicBezTo>
                            <a:pt x="4263" y="5671"/>
                            <a:pt x="3709" y="6225"/>
                            <a:pt x="3025" y="6225"/>
                          </a:cubicBezTo>
                          <a:cubicBezTo>
                            <a:pt x="1917" y="6225"/>
                            <a:pt x="1369" y="4889"/>
                            <a:pt x="2145" y="4113"/>
                          </a:cubicBezTo>
                          <a:cubicBezTo>
                            <a:pt x="2398" y="3860"/>
                            <a:pt x="2709" y="3747"/>
                            <a:pt x="3014" y="3747"/>
                          </a:cubicBezTo>
                          <a:close/>
                          <a:moveTo>
                            <a:pt x="7855" y="3747"/>
                          </a:moveTo>
                          <a:cubicBezTo>
                            <a:pt x="8491" y="3747"/>
                            <a:pt x="9099" y="4241"/>
                            <a:pt x="9099" y="4986"/>
                          </a:cubicBezTo>
                          <a:cubicBezTo>
                            <a:pt x="9099" y="5671"/>
                            <a:pt x="8545" y="6225"/>
                            <a:pt x="7867" y="6225"/>
                          </a:cubicBezTo>
                          <a:cubicBezTo>
                            <a:pt x="6759" y="6225"/>
                            <a:pt x="6205" y="4895"/>
                            <a:pt x="6988" y="4113"/>
                          </a:cubicBezTo>
                          <a:cubicBezTo>
                            <a:pt x="7241" y="3860"/>
                            <a:pt x="7551" y="3747"/>
                            <a:pt x="7855" y="3747"/>
                          </a:cubicBezTo>
                          <a:close/>
                          <a:moveTo>
                            <a:pt x="3866" y="1"/>
                          </a:moveTo>
                          <a:cubicBezTo>
                            <a:pt x="1728" y="1"/>
                            <a:pt x="1" y="1734"/>
                            <a:pt x="1" y="3865"/>
                          </a:cubicBezTo>
                          <a:lnTo>
                            <a:pt x="1" y="3950"/>
                          </a:lnTo>
                          <a:cubicBezTo>
                            <a:pt x="1" y="6081"/>
                            <a:pt x="1728" y="7815"/>
                            <a:pt x="3866" y="7815"/>
                          </a:cubicBezTo>
                          <a:lnTo>
                            <a:pt x="7066" y="7815"/>
                          </a:lnTo>
                          <a:cubicBezTo>
                            <a:pt x="9197" y="7815"/>
                            <a:pt x="10931" y="6081"/>
                            <a:pt x="10931" y="3950"/>
                          </a:cubicBezTo>
                          <a:lnTo>
                            <a:pt x="10931" y="3865"/>
                          </a:lnTo>
                          <a:cubicBezTo>
                            <a:pt x="10931" y="1734"/>
                            <a:pt x="9197" y="1"/>
                            <a:pt x="7066" y="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97" name="Google Shape;597;p38"/>
                    <p:cNvSpPr/>
                    <p:nvPr/>
                  </p:nvSpPr>
                  <p:spPr>
                    <a:xfrm>
                      <a:off x="7001700" y="1770817"/>
                      <a:ext cx="137927" cy="118335"/>
                    </a:xfrm>
                    <a:custGeom>
                      <a:rect b="b" l="l" r="r" t="t"/>
                      <a:pathLst>
                        <a:path extrusionOk="0" h="4687" w="5463">
                          <a:moveTo>
                            <a:pt x="2810" y="391"/>
                          </a:moveTo>
                          <a:cubicBezTo>
                            <a:pt x="3149" y="391"/>
                            <a:pt x="3423" y="1128"/>
                            <a:pt x="3423" y="1467"/>
                          </a:cubicBezTo>
                          <a:cubicBezTo>
                            <a:pt x="3423" y="1806"/>
                            <a:pt x="3149" y="2079"/>
                            <a:pt x="2810" y="2079"/>
                          </a:cubicBezTo>
                          <a:cubicBezTo>
                            <a:pt x="2471" y="2079"/>
                            <a:pt x="2197" y="1806"/>
                            <a:pt x="2197" y="1467"/>
                          </a:cubicBezTo>
                          <a:cubicBezTo>
                            <a:pt x="2197" y="1128"/>
                            <a:pt x="2471" y="391"/>
                            <a:pt x="2810" y="391"/>
                          </a:cubicBezTo>
                          <a:close/>
                          <a:moveTo>
                            <a:pt x="1109" y="2607"/>
                          </a:moveTo>
                          <a:cubicBezTo>
                            <a:pt x="1331" y="2607"/>
                            <a:pt x="1506" y="2861"/>
                            <a:pt x="1526" y="3174"/>
                          </a:cubicBezTo>
                          <a:lnTo>
                            <a:pt x="685" y="3174"/>
                          </a:lnTo>
                          <a:cubicBezTo>
                            <a:pt x="705" y="2855"/>
                            <a:pt x="881" y="2607"/>
                            <a:pt x="1109" y="2607"/>
                          </a:cubicBezTo>
                          <a:close/>
                          <a:moveTo>
                            <a:pt x="4479" y="2607"/>
                          </a:moveTo>
                          <a:cubicBezTo>
                            <a:pt x="4700" y="2607"/>
                            <a:pt x="4883" y="2861"/>
                            <a:pt x="4902" y="3174"/>
                          </a:cubicBezTo>
                          <a:lnTo>
                            <a:pt x="4061" y="3174"/>
                          </a:lnTo>
                          <a:cubicBezTo>
                            <a:pt x="4074" y="2855"/>
                            <a:pt x="4257" y="2607"/>
                            <a:pt x="4479" y="2607"/>
                          </a:cubicBezTo>
                          <a:close/>
                          <a:moveTo>
                            <a:pt x="2230" y="2764"/>
                          </a:moveTo>
                          <a:cubicBezTo>
                            <a:pt x="2452" y="2764"/>
                            <a:pt x="2634" y="3018"/>
                            <a:pt x="2654" y="3331"/>
                          </a:cubicBezTo>
                          <a:lnTo>
                            <a:pt x="1813" y="3331"/>
                          </a:lnTo>
                          <a:cubicBezTo>
                            <a:pt x="1832" y="3011"/>
                            <a:pt x="2008" y="2764"/>
                            <a:pt x="2230" y="2764"/>
                          </a:cubicBezTo>
                          <a:close/>
                          <a:moveTo>
                            <a:pt x="3423" y="2764"/>
                          </a:moveTo>
                          <a:cubicBezTo>
                            <a:pt x="3644" y="2764"/>
                            <a:pt x="3820" y="3018"/>
                            <a:pt x="3840" y="3331"/>
                          </a:cubicBezTo>
                          <a:lnTo>
                            <a:pt x="2999" y="3331"/>
                          </a:lnTo>
                          <a:cubicBezTo>
                            <a:pt x="3019" y="3011"/>
                            <a:pt x="3201" y="2764"/>
                            <a:pt x="3423" y="2764"/>
                          </a:cubicBezTo>
                          <a:close/>
                          <a:moveTo>
                            <a:pt x="2334" y="0"/>
                          </a:moveTo>
                          <a:cubicBezTo>
                            <a:pt x="1044" y="0"/>
                            <a:pt x="1" y="1043"/>
                            <a:pt x="1" y="2334"/>
                          </a:cubicBezTo>
                          <a:lnTo>
                            <a:pt x="1" y="2353"/>
                          </a:lnTo>
                          <a:cubicBezTo>
                            <a:pt x="1" y="3637"/>
                            <a:pt x="1044" y="4686"/>
                            <a:pt x="2334" y="4686"/>
                          </a:cubicBezTo>
                          <a:lnTo>
                            <a:pt x="3129" y="4686"/>
                          </a:lnTo>
                          <a:cubicBezTo>
                            <a:pt x="4420" y="4686"/>
                            <a:pt x="5463" y="3637"/>
                            <a:pt x="5463" y="2353"/>
                          </a:cubicBezTo>
                          <a:lnTo>
                            <a:pt x="5463" y="2334"/>
                          </a:lnTo>
                          <a:cubicBezTo>
                            <a:pt x="5463" y="1043"/>
                            <a:pt x="4420" y="0"/>
                            <a:pt x="3129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98" name="Google Shape;598;p38"/>
                    <p:cNvSpPr/>
                    <p:nvPr/>
                  </p:nvSpPr>
                  <p:spPr>
                    <a:xfrm>
                      <a:off x="7057168" y="1780689"/>
                      <a:ext cx="30802" cy="42643"/>
                    </a:xfrm>
                    <a:custGeom>
                      <a:rect b="b" l="l" r="r" t="t"/>
                      <a:pathLst>
                        <a:path extrusionOk="0" h="1689" w="1220">
                          <a:moveTo>
                            <a:pt x="606" y="0"/>
                          </a:moveTo>
                          <a:cubicBezTo>
                            <a:pt x="274" y="0"/>
                            <a:pt x="0" y="737"/>
                            <a:pt x="0" y="1076"/>
                          </a:cubicBezTo>
                          <a:cubicBezTo>
                            <a:pt x="0" y="1415"/>
                            <a:pt x="268" y="1688"/>
                            <a:pt x="606" y="1688"/>
                          </a:cubicBezTo>
                          <a:cubicBezTo>
                            <a:pt x="945" y="1688"/>
                            <a:pt x="1219" y="1415"/>
                            <a:pt x="1219" y="1076"/>
                          </a:cubicBezTo>
                          <a:cubicBezTo>
                            <a:pt x="1219" y="737"/>
                            <a:pt x="945" y="0"/>
                            <a:pt x="606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sp>
            <p:nvSpPr>
              <p:cNvPr id="599" name="Google Shape;599;p38"/>
              <p:cNvSpPr/>
              <p:nvPr/>
            </p:nvSpPr>
            <p:spPr>
              <a:xfrm>
                <a:off x="6865944" y="1544979"/>
                <a:ext cx="406813" cy="325238"/>
              </a:xfrm>
              <a:custGeom>
                <a:rect b="b" l="l" r="r" t="t"/>
                <a:pathLst>
                  <a:path extrusionOk="0" h="12882" w="16113">
                    <a:moveTo>
                      <a:pt x="1005" y="8743"/>
                    </a:moveTo>
                    <a:cubicBezTo>
                      <a:pt x="1007" y="8847"/>
                      <a:pt x="1033" y="9013"/>
                      <a:pt x="1076" y="9219"/>
                    </a:cubicBezTo>
                    <a:lnTo>
                      <a:pt x="1076" y="9219"/>
                    </a:lnTo>
                    <a:cubicBezTo>
                      <a:pt x="1041" y="9039"/>
                      <a:pt x="1016" y="8878"/>
                      <a:pt x="1005" y="8743"/>
                    </a:cubicBezTo>
                    <a:close/>
                    <a:moveTo>
                      <a:pt x="8533" y="1"/>
                    </a:moveTo>
                    <a:cubicBezTo>
                      <a:pt x="7380" y="1"/>
                      <a:pt x="6099" y="275"/>
                      <a:pt x="4700" y="909"/>
                    </a:cubicBezTo>
                    <a:cubicBezTo>
                      <a:pt x="1" y="3034"/>
                      <a:pt x="1005" y="8743"/>
                      <a:pt x="1005" y="8743"/>
                    </a:cubicBezTo>
                    <a:cubicBezTo>
                      <a:pt x="946" y="6110"/>
                      <a:pt x="4042" y="3445"/>
                      <a:pt x="4042" y="3445"/>
                    </a:cubicBezTo>
                    <a:cubicBezTo>
                      <a:pt x="6225" y="4787"/>
                      <a:pt x="13538" y="6501"/>
                      <a:pt x="14209" y="6729"/>
                    </a:cubicBezTo>
                    <a:cubicBezTo>
                      <a:pt x="14551" y="6843"/>
                      <a:pt x="14772" y="11929"/>
                      <a:pt x="14749" y="12629"/>
                    </a:cubicBezTo>
                    <a:lnTo>
                      <a:pt x="14749" y="12629"/>
                    </a:lnTo>
                    <a:lnTo>
                      <a:pt x="15206" y="9551"/>
                    </a:lnTo>
                    <a:cubicBezTo>
                      <a:pt x="15206" y="9551"/>
                      <a:pt x="16112" y="6169"/>
                      <a:pt x="14437" y="3438"/>
                    </a:cubicBezTo>
                    <a:cubicBezTo>
                      <a:pt x="13261" y="1525"/>
                      <a:pt x="11252" y="1"/>
                      <a:pt x="8533" y="1"/>
                    </a:cubicBezTo>
                    <a:close/>
                    <a:moveTo>
                      <a:pt x="14749" y="12629"/>
                    </a:moveTo>
                    <a:lnTo>
                      <a:pt x="14737" y="12706"/>
                    </a:lnTo>
                    <a:cubicBezTo>
                      <a:pt x="14738" y="12707"/>
                      <a:pt x="14739" y="12708"/>
                      <a:pt x="14739" y="12708"/>
                    </a:cubicBezTo>
                    <a:cubicBezTo>
                      <a:pt x="14744" y="12708"/>
                      <a:pt x="14747" y="12680"/>
                      <a:pt x="14749" y="12629"/>
                    </a:cubicBezTo>
                    <a:close/>
                    <a:moveTo>
                      <a:pt x="1076" y="9219"/>
                    </a:moveTo>
                    <a:lnTo>
                      <a:pt x="1076" y="9219"/>
                    </a:lnTo>
                    <a:cubicBezTo>
                      <a:pt x="1330" y="10544"/>
                      <a:pt x="2113" y="12882"/>
                      <a:pt x="2113" y="12882"/>
                    </a:cubicBezTo>
                    <a:cubicBezTo>
                      <a:pt x="2113" y="12882"/>
                      <a:pt x="1321" y="10392"/>
                      <a:pt x="1076" y="9219"/>
                    </a:cubicBezTo>
                    <a:close/>
                  </a:path>
                </a:pathLst>
              </a:custGeom>
              <a:solidFill>
                <a:srgbClr val="BEC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00" name="Google Shape;600;p38"/>
          <p:cNvGrpSpPr/>
          <p:nvPr/>
        </p:nvGrpSpPr>
        <p:grpSpPr>
          <a:xfrm>
            <a:off x="2545036" y="1849507"/>
            <a:ext cx="557541" cy="1310345"/>
            <a:chOff x="2939074" y="1542757"/>
            <a:chExt cx="557541" cy="1310345"/>
          </a:xfrm>
        </p:grpSpPr>
        <p:sp>
          <p:nvSpPr>
            <p:cNvPr id="601" name="Google Shape;601;p38"/>
            <p:cNvSpPr/>
            <p:nvPr/>
          </p:nvSpPr>
          <p:spPr>
            <a:xfrm>
              <a:off x="2988761" y="2803693"/>
              <a:ext cx="457485" cy="49409"/>
            </a:xfrm>
            <a:custGeom>
              <a:rect b="b" l="l" r="r" t="t"/>
              <a:pathLst>
                <a:path extrusionOk="0" h="1957" w="18120">
                  <a:moveTo>
                    <a:pt x="9060" y="1"/>
                  </a:moveTo>
                  <a:cubicBezTo>
                    <a:pt x="4061" y="1"/>
                    <a:pt x="1" y="437"/>
                    <a:pt x="1" y="978"/>
                  </a:cubicBezTo>
                  <a:cubicBezTo>
                    <a:pt x="1" y="1519"/>
                    <a:pt x="4061" y="1956"/>
                    <a:pt x="9060" y="1956"/>
                  </a:cubicBezTo>
                  <a:cubicBezTo>
                    <a:pt x="14066" y="1956"/>
                    <a:pt x="18120" y="1519"/>
                    <a:pt x="18120" y="978"/>
                  </a:cubicBezTo>
                  <a:cubicBezTo>
                    <a:pt x="18120" y="437"/>
                    <a:pt x="14066" y="1"/>
                    <a:pt x="9060" y="1"/>
                  </a:cubicBezTo>
                  <a:close/>
                </a:path>
              </a:pathLst>
            </a:custGeom>
            <a:solidFill>
              <a:srgbClr val="778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2" name="Google Shape;602;p38"/>
            <p:cNvGrpSpPr/>
            <p:nvPr/>
          </p:nvGrpSpPr>
          <p:grpSpPr>
            <a:xfrm>
              <a:off x="2939074" y="1542757"/>
              <a:ext cx="557541" cy="1277423"/>
              <a:chOff x="2939074" y="1542757"/>
              <a:chExt cx="557541" cy="1277423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032035" y="1674397"/>
                <a:ext cx="366821" cy="342104"/>
              </a:xfrm>
              <a:custGeom>
                <a:rect b="b" l="l" r="r" t="t"/>
                <a:pathLst>
                  <a:path extrusionOk="0" h="13550" w="14529">
                    <a:moveTo>
                      <a:pt x="2158" y="0"/>
                    </a:moveTo>
                    <a:cubicBezTo>
                      <a:pt x="966" y="0"/>
                      <a:pt x="1" y="958"/>
                      <a:pt x="1" y="2157"/>
                    </a:cubicBezTo>
                    <a:lnTo>
                      <a:pt x="1" y="11393"/>
                    </a:lnTo>
                    <a:cubicBezTo>
                      <a:pt x="1" y="12585"/>
                      <a:pt x="966" y="13550"/>
                      <a:pt x="2158" y="13550"/>
                    </a:cubicBezTo>
                    <a:lnTo>
                      <a:pt x="12378" y="13550"/>
                    </a:lnTo>
                    <a:cubicBezTo>
                      <a:pt x="13571" y="13550"/>
                      <a:pt x="14529" y="12585"/>
                      <a:pt x="14529" y="11393"/>
                    </a:cubicBezTo>
                    <a:lnTo>
                      <a:pt x="14529" y="2157"/>
                    </a:lnTo>
                    <a:cubicBezTo>
                      <a:pt x="14529" y="958"/>
                      <a:pt x="13571" y="0"/>
                      <a:pt x="12378" y="0"/>
                    </a:cubicBezTo>
                    <a:close/>
                  </a:path>
                </a:pathLst>
              </a:custGeom>
              <a:solidFill>
                <a:srgbClr val="BEC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04" name="Google Shape;604;p38"/>
              <p:cNvGrpSpPr/>
              <p:nvPr/>
            </p:nvGrpSpPr>
            <p:grpSpPr>
              <a:xfrm>
                <a:off x="2939074" y="1547529"/>
                <a:ext cx="557541" cy="1272651"/>
                <a:chOff x="2939074" y="1547529"/>
                <a:chExt cx="557541" cy="1272651"/>
              </a:xfrm>
            </p:grpSpPr>
            <p:sp>
              <p:nvSpPr>
                <p:cNvPr id="605" name="Google Shape;605;p38"/>
                <p:cNvSpPr/>
                <p:nvPr/>
              </p:nvSpPr>
              <p:spPr>
                <a:xfrm>
                  <a:off x="2939074" y="1547529"/>
                  <a:ext cx="557541" cy="1272651"/>
                </a:xfrm>
                <a:custGeom>
                  <a:rect b="b" l="l" r="r" t="t"/>
                  <a:pathLst>
                    <a:path extrusionOk="0" h="50407" w="22083">
                      <a:moveTo>
                        <a:pt x="11035" y="0"/>
                      </a:moveTo>
                      <a:cubicBezTo>
                        <a:pt x="7053" y="0"/>
                        <a:pt x="3833" y="3226"/>
                        <a:pt x="3833" y="7202"/>
                      </a:cubicBezTo>
                      <a:lnTo>
                        <a:pt x="3833" y="7208"/>
                      </a:lnTo>
                      <a:cubicBezTo>
                        <a:pt x="3807" y="7208"/>
                        <a:pt x="3787" y="7202"/>
                        <a:pt x="3768" y="7202"/>
                      </a:cubicBezTo>
                      <a:cubicBezTo>
                        <a:pt x="3764" y="7202"/>
                        <a:pt x="3761" y="7202"/>
                        <a:pt x="3757" y="7202"/>
                      </a:cubicBezTo>
                      <a:cubicBezTo>
                        <a:pt x="3091" y="7202"/>
                        <a:pt x="2589" y="7811"/>
                        <a:pt x="2718" y="8466"/>
                      </a:cubicBezTo>
                      <a:cubicBezTo>
                        <a:pt x="2815" y="8983"/>
                        <a:pt x="3269" y="9322"/>
                        <a:pt x="3759" y="9322"/>
                      </a:cubicBezTo>
                      <a:cubicBezTo>
                        <a:pt x="3894" y="9322"/>
                        <a:pt x="4032" y="9297"/>
                        <a:pt x="4165" y="9242"/>
                      </a:cubicBezTo>
                      <a:cubicBezTo>
                        <a:pt x="4921" y="11543"/>
                        <a:pt x="6896" y="13367"/>
                        <a:pt x="9073" y="14078"/>
                      </a:cubicBezTo>
                      <a:lnTo>
                        <a:pt x="9073" y="16124"/>
                      </a:lnTo>
                      <a:lnTo>
                        <a:pt x="6864" y="16124"/>
                      </a:lnTo>
                      <a:cubicBezTo>
                        <a:pt x="6864" y="16124"/>
                        <a:pt x="6857" y="16170"/>
                        <a:pt x="6837" y="16183"/>
                      </a:cubicBezTo>
                      <a:cubicBezTo>
                        <a:pt x="6257" y="16183"/>
                        <a:pt x="5743" y="16561"/>
                        <a:pt x="5560" y="17109"/>
                      </a:cubicBezTo>
                      <a:lnTo>
                        <a:pt x="235" y="32861"/>
                      </a:lnTo>
                      <a:cubicBezTo>
                        <a:pt x="1" y="33559"/>
                        <a:pt x="372" y="34308"/>
                        <a:pt x="1069" y="34543"/>
                      </a:cubicBezTo>
                      <a:cubicBezTo>
                        <a:pt x="1208" y="34588"/>
                        <a:pt x="1350" y="34610"/>
                        <a:pt x="1489" y="34610"/>
                      </a:cubicBezTo>
                      <a:cubicBezTo>
                        <a:pt x="2047" y="34610"/>
                        <a:pt x="2568" y="34261"/>
                        <a:pt x="2751" y="33702"/>
                      </a:cubicBezTo>
                      <a:lnTo>
                        <a:pt x="2927" y="33187"/>
                      </a:lnTo>
                      <a:lnTo>
                        <a:pt x="3507" y="33428"/>
                      </a:lnTo>
                      <a:cubicBezTo>
                        <a:pt x="3507" y="33428"/>
                        <a:pt x="4015" y="32412"/>
                        <a:pt x="3468" y="31577"/>
                      </a:cubicBezTo>
                      <a:lnTo>
                        <a:pt x="6733" y="21918"/>
                      </a:lnTo>
                      <a:lnTo>
                        <a:pt x="6733" y="21918"/>
                      </a:lnTo>
                      <a:cubicBezTo>
                        <a:pt x="6733" y="27699"/>
                        <a:pt x="5951" y="29166"/>
                        <a:pt x="5951" y="32360"/>
                      </a:cubicBezTo>
                      <a:cubicBezTo>
                        <a:pt x="5951" y="35560"/>
                        <a:pt x="7861" y="48490"/>
                        <a:pt x="7861" y="48490"/>
                      </a:cubicBezTo>
                      <a:lnTo>
                        <a:pt x="5554" y="50407"/>
                      </a:lnTo>
                      <a:lnTo>
                        <a:pt x="10018" y="50407"/>
                      </a:lnTo>
                      <a:lnTo>
                        <a:pt x="10761" y="31630"/>
                      </a:lnTo>
                      <a:lnTo>
                        <a:pt x="11146" y="31630"/>
                      </a:lnTo>
                      <a:lnTo>
                        <a:pt x="11889" y="50407"/>
                      </a:lnTo>
                      <a:lnTo>
                        <a:pt x="16353" y="50407"/>
                      </a:lnTo>
                      <a:lnTo>
                        <a:pt x="14046" y="48497"/>
                      </a:lnTo>
                      <a:cubicBezTo>
                        <a:pt x="14046" y="48497"/>
                        <a:pt x="15949" y="34171"/>
                        <a:pt x="15949" y="31590"/>
                      </a:cubicBezTo>
                      <a:cubicBezTo>
                        <a:pt x="15949" y="29003"/>
                        <a:pt x="15291" y="27680"/>
                        <a:pt x="15291" y="21821"/>
                      </a:cubicBezTo>
                      <a:lnTo>
                        <a:pt x="15291" y="21821"/>
                      </a:lnTo>
                      <a:lnTo>
                        <a:pt x="18595" y="31584"/>
                      </a:lnTo>
                      <a:cubicBezTo>
                        <a:pt x="18048" y="32418"/>
                        <a:pt x="18556" y="33435"/>
                        <a:pt x="18556" y="33435"/>
                      </a:cubicBezTo>
                      <a:lnTo>
                        <a:pt x="19136" y="33187"/>
                      </a:lnTo>
                      <a:lnTo>
                        <a:pt x="19306" y="33709"/>
                      </a:lnTo>
                      <a:cubicBezTo>
                        <a:pt x="19484" y="34280"/>
                        <a:pt x="20013" y="34650"/>
                        <a:pt x="20579" y="34650"/>
                      </a:cubicBezTo>
                      <a:cubicBezTo>
                        <a:pt x="20717" y="34650"/>
                        <a:pt x="20856" y="34628"/>
                        <a:pt x="20994" y="34582"/>
                      </a:cubicBezTo>
                      <a:cubicBezTo>
                        <a:pt x="21704" y="34347"/>
                        <a:pt x="22082" y="33578"/>
                        <a:pt x="21828" y="32874"/>
                      </a:cubicBezTo>
                      <a:lnTo>
                        <a:pt x="21828" y="32868"/>
                      </a:lnTo>
                      <a:lnTo>
                        <a:pt x="16503" y="17128"/>
                      </a:lnTo>
                      <a:cubicBezTo>
                        <a:pt x="16334" y="16613"/>
                        <a:pt x="15877" y="16242"/>
                        <a:pt x="15336" y="16190"/>
                      </a:cubicBezTo>
                      <a:cubicBezTo>
                        <a:pt x="15323" y="16170"/>
                        <a:pt x="15310" y="16150"/>
                        <a:pt x="15304" y="16131"/>
                      </a:cubicBezTo>
                      <a:lnTo>
                        <a:pt x="12827" y="16131"/>
                      </a:lnTo>
                      <a:lnTo>
                        <a:pt x="12827" y="14130"/>
                      </a:lnTo>
                      <a:cubicBezTo>
                        <a:pt x="15050" y="13459"/>
                        <a:pt x="17096" y="11621"/>
                        <a:pt x="17885" y="9281"/>
                      </a:cubicBezTo>
                      <a:cubicBezTo>
                        <a:pt x="17969" y="9301"/>
                        <a:pt x="18054" y="9314"/>
                        <a:pt x="18139" y="9314"/>
                      </a:cubicBezTo>
                      <a:cubicBezTo>
                        <a:pt x="18706" y="9314"/>
                        <a:pt x="19169" y="8870"/>
                        <a:pt x="19195" y="8310"/>
                      </a:cubicBezTo>
                      <a:cubicBezTo>
                        <a:pt x="19214" y="7743"/>
                        <a:pt x="18797" y="7261"/>
                        <a:pt x="18230" y="7208"/>
                      </a:cubicBezTo>
                      <a:lnTo>
                        <a:pt x="18230" y="7202"/>
                      </a:lnTo>
                      <a:cubicBezTo>
                        <a:pt x="18230" y="3226"/>
                        <a:pt x="15011" y="0"/>
                        <a:pt x="11035" y="0"/>
                      </a:cubicBezTo>
                      <a:close/>
                    </a:path>
                  </a:pathLst>
                </a:custGeom>
                <a:solidFill>
                  <a:srgbClr val="F2F4F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06" name="Google Shape;606;p38"/>
                <p:cNvGrpSpPr/>
                <p:nvPr/>
              </p:nvGrpSpPr>
              <p:grpSpPr>
                <a:xfrm>
                  <a:off x="2977425" y="1655184"/>
                  <a:ext cx="476219" cy="1085365"/>
                  <a:chOff x="2977425" y="1655184"/>
                  <a:chExt cx="476219" cy="1085365"/>
                </a:xfrm>
              </p:grpSpPr>
              <p:sp>
                <p:nvSpPr>
                  <p:cNvPr id="607" name="Google Shape;607;p38"/>
                  <p:cNvSpPr/>
                  <p:nvPr/>
                </p:nvSpPr>
                <p:spPr>
                  <a:xfrm>
                    <a:off x="2977425" y="2207549"/>
                    <a:ext cx="65871" cy="115179"/>
                  </a:xfrm>
                  <a:custGeom>
                    <a:rect b="b" l="l" r="r" t="t"/>
                    <a:pathLst>
                      <a:path extrusionOk="0" h="4562" w="2609">
                        <a:moveTo>
                          <a:pt x="2183" y="0"/>
                        </a:moveTo>
                        <a:cubicBezTo>
                          <a:pt x="2148" y="0"/>
                          <a:pt x="2111" y="6"/>
                          <a:pt x="2073" y="19"/>
                        </a:cubicBezTo>
                        <a:cubicBezTo>
                          <a:pt x="430" y="573"/>
                          <a:pt x="0" y="3030"/>
                          <a:pt x="72" y="4510"/>
                        </a:cubicBezTo>
                        <a:cubicBezTo>
                          <a:pt x="76" y="4542"/>
                          <a:pt x="102" y="4562"/>
                          <a:pt x="127" y="4562"/>
                        </a:cubicBezTo>
                        <a:cubicBezTo>
                          <a:pt x="144" y="4562"/>
                          <a:pt x="159" y="4554"/>
                          <a:pt x="170" y="4536"/>
                        </a:cubicBezTo>
                        <a:cubicBezTo>
                          <a:pt x="515" y="3923"/>
                          <a:pt x="730" y="3272"/>
                          <a:pt x="984" y="2613"/>
                        </a:cubicBezTo>
                        <a:cubicBezTo>
                          <a:pt x="1317" y="1746"/>
                          <a:pt x="1799" y="1251"/>
                          <a:pt x="2412" y="593"/>
                        </a:cubicBezTo>
                        <a:cubicBezTo>
                          <a:pt x="2608" y="379"/>
                          <a:pt x="2461" y="0"/>
                          <a:pt x="2183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8" name="Google Shape;608;p38"/>
                  <p:cNvSpPr/>
                  <p:nvPr/>
                </p:nvSpPr>
                <p:spPr>
                  <a:xfrm>
                    <a:off x="3000198" y="2248172"/>
                    <a:ext cx="38124" cy="63422"/>
                  </a:xfrm>
                  <a:custGeom>
                    <a:rect b="b" l="l" r="r" t="t"/>
                    <a:pathLst>
                      <a:path extrusionOk="0" h="2512" w="1510">
                        <a:moveTo>
                          <a:pt x="1257" y="1"/>
                        </a:moveTo>
                        <a:cubicBezTo>
                          <a:pt x="1226" y="1"/>
                          <a:pt x="1194" y="11"/>
                          <a:pt x="1164" y="33"/>
                        </a:cubicBezTo>
                        <a:cubicBezTo>
                          <a:pt x="845" y="274"/>
                          <a:pt x="695" y="633"/>
                          <a:pt x="545" y="985"/>
                        </a:cubicBezTo>
                        <a:cubicBezTo>
                          <a:pt x="356" y="1408"/>
                          <a:pt x="187" y="1845"/>
                          <a:pt x="37" y="2288"/>
                        </a:cubicBezTo>
                        <a:cubicBezTo>
                          <a:pt x="1" y="2396"/>
                          <a:pt x="102" y="2512"/>
                          <a:pt x="207" y="2512"/>
                        </a:cubicBezTo>
                        <a:cubicBezTo>
                          <a:pt x="236" y="2512"/>
                          <a:pt x="264" y="2503"/>
                          <a:pt x="291" y="2484"/>
                        </a:cubicBezTo>
                        <a:cubicBezTo>
                          <a:pt x="643" y="2230"/>
                          <a:pt x="923" y="1884"/>
                          <a:pt x="1106" y="1487"/>
                        </a:cubicBezTo>
                        <a:cubicBezTo>
                          <a:pt x="1288" y="1096"/>
                          <a:pt x="1510" y="652"/>
                          <a:pt x="1464" y="209"/>
                        </a:cubicBezTo>
                        <a:cubicBezTo>
                          <a:pt x="1454" y="109"/>
                          <a:pt x="1359" y="1"/>
                          <a:pt x="1257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9" name="Google Shape;609;p38"/>
                  <p:cNvSpPr/>
                  <p:nvPr/>
                </p:nvSpPr>
                <p:spPr>
                  <a:xfrm>
                    <a:off x="3035772" y="2078231"/>
                    <a:ext cx="68698" cy="102581"/>
                  </a:xfrm>
                  <a:custGeom>
                    <a:rect b="b" l="l" r="r" t="t"/>
                    <a:pathLst>
                      <a:path extrusionOk="0" h="4063" w="2721">
                        <a:moveTo>
                          <a:pt x="1730" y="0"/>
                        </a:moveTo>
                        <a:cubicBezTo>
                          <a:pt x="1354" y="0"/>
                          <a:pt x="1057" y="265"/>
                          <a:pt x="915" y="625"/>
                        </a:cubicBezTo>
                        <a:cubicBezTo>
                          <a:pt x="557" y="1524"/>
                          <a:pt x="146" y="2554"/>
                          <a:pt x="35" y="3512"/>
                        </a:cubicBezTo>
                        <a:cubicBezTo>
                          <a:pt x="1" y="3825"/>
                          <a:pt x="314" y="4062"/>
                          <a:pt x="609" y="4062"/>
                        </a:cubicBezTo>
                        <a:cubicBezTo>
                          <a:pt x="702" y="4062"/>
                          <a:pt x="792" y="4039"/>
                          <a:pt x="870" y="3988"/>
                        </a:cubicBezTo>
                        <a:cubicBezTo>
                          <a:pt x="1802" y="3362"/>
                          <a:pt x="2173" y="2085"/>
                          <a:pt x="2551" y="1081"/>
                        </a:cubicBezTo>
                        <a:cubicBezTo>
                          <a:pt x="2721" y="644"/>
                          <a:pt x="2375" y="149"/>
                          <a:pt x="1958" y="32"/>
                        </a:cubicBezTo>
                        <a:cubicBezTo>
                          <a:pt x="1880" y="10"/>
                          <a:pt x="1804" y="0"/>
                          <a:pt x="1730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0" name="Google Shape;610;p38"/>
                  <p:cNvSpPr/>
                  <p:nvPr/>
                </p:nvSpPr>
                <p:spPr>
                  <a:xfrm>
                    <a:off x="3082934" y="1960300"/>
                    <a:ext cx="73546" cy="79100"/>
                  </a:xfrm>
                  <a:custGeom>
                    <a:rect b="b" l="l" r="r" t="t"/>
                    <a:pathLst>
                      <a:path extrusionOk="0" h="3133" w="2913">
                        <a:moveTo>
                          <a:pt x="1955" y="1"/>
                        </a:moveTo>
                        <a:cubicBezTo>
                          <a:pt x="1392" y="1"/>
                          <a:pt x="788" y="419"/>
                          <a:pt x="494" y="864"/>
                        </a:cubicBezTo>
                        <a:cubicBezTo>
                          <a:pt x="266" y="1209"/>
                          <a:pt x="273" y="1535"/>
                          <a:pt x="181" y="1913"/>
                        </a:cubicBezTo>
                        <a:cubicBezTo>
                          <a:pt x="103" y="2259"/>
                          <a:pt x="51" y="2610"/>
                          <a:pt x="12" y="2962"/>
                        </a:cubicBezTo>
                        <a:cubicBezTo>
                          <a:pt x="0" y="3069"/>
                          <a:pt x="96" y="3133"/>
                          <a:pt x="191" y="3133"/>
                        </a:cubicBezTo>
                        <a:cubicBezTo>
                          <a:pt x="253" y="3133"/>
                          <a:pt x="314" y="3106"/>
                          <a:pt x="344" y="3047"/>
                        </a:cubicBezTo>
                        <a:cubicBezTo>
                          <a:pt x="468" y="2819"/>
                          <a:pt x="572" y="2578"/>
                          <a:pt x="683" y="2343"/>
                        </a:cubicBezTo>
                        <a:cubicBezTo>
                          <a:pt x="807" y="2102"/>
                          <a:pt x="983" y="1939"/>
                          <a:pt x="1153" y="1724"/>
                        </a:cubicBezTo>
                        <a:cubicBezTo>
                          <a:pt x="1276" y="1555"/>
                          <a:pt x="1446" y="1424"/>
                          <a:pt x="1628" y="1333"/>
                        </a:cubicBezTo>
                        <a:cubicBezTo>
                          <a:pt x="1948" y="1209"/>
                          <a:pt x="2261" y="1307"/>
                          <a:pt x="2573" y="1118"/>
                        </a:cubicBezTo>
                        <a:cubicBezTo>
                          <a:pt x="2860" y="949"/>
                          <a:pt x="2912" y="551"/>
                          <a:pt x="2678" y="310"/>
                        </a:cubicBezTo>
                        <a:cubicBezTo>
                          <a:pt x="2469" y="91"/>
                          <a:pt x="2216" y="1"/>
                          <a:pt x="1955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1" name="Google Shape;611;p38"/>
                  <p:cNvSpPr/>
                  <p:nvPr/>
                </p:nvSpPr>
                <p:spPr>
                  <a:xfrm>
                    <a:off x="3114494" y="2001327"/>
                    <a:ext cx="113992" cy="97481"/>
                  </a:xfrm>
                  <a:custGeom>
                    <a:rect b="b" l="l" r="r" t="t"/>
                    <a:pathLst>
                      <a:path extrusionOk="0" h="3861" w="4515">
                        <a:moveTo>
                          <a:pt x="2398" y="0"/>
                        </a:moveTo>
                        <a:cubicBezTo>
                          <a:pt x="2353" y="0"/>
                          <a:pt x="2308" y="3"/>
                          <a:pt x="2262" y="8"/>
                        </a:cubicBezTo>
                        <a:cubicBezTo>
                          <a:pt x="1415" y="93"/>
                          <a:pt x="548" y="607"/>
                          <a:pt x="365" y="875"/>
                        </a:cubicBezTo>
                        <a:cubicBezTo>
                          <a:pt x="0" y="1409"/>
                          <a:pt x="131" y="2015"/>
                          <a:pt x="372" y="2569"/>
                        </a:cubicBezTo>
                        <a:cubicBezTo>
                          <a:pt x="714" y="3336"/>
                          <a:pt x="1496" y="3861"/>
                          <a:pt x="2279" y="3861"/>
                        </a:cubicBezTo>
                        <a:cubicBezTo>
                          <a:pt x="2675" y="3861"/>
                          <a:pt x="3070" y="3727"/>
                          <a:pt x="3409" y="3423"/>
                        </a:cubicBezTo>
                        <a:cubicBezTo>
                          <a:pt x="4514" y="2419"/>
                          <a:pt x="3802" y="0"/>
                          <a:pt x="239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2" name="Google Shape;612;p38"/>
                  <p:cNvSpPr/>
                  <p:nvPr/>
                </p:nvSpPr>
                <p:spPr>
                  <a:xfrm>
                    <a:off x="3164383" y="1962345"/>
                    <a:ext cx="34968" cy="27520"/>
                  </a:xfrm>
                  <a:custGeom>
                    <a:rect b="b" l="l" r="r" t="t"/>
                    <a:pathLst>
                      <a:path extrusionOk="0" h="1090" w="1385">
                        <a:moveTo>
                          <a:pt x="393" y="0"/>
                        </a:moveTo>
                        <a:cubicBezTo>
                          <a:pt x="192" y="0"/>
                          <a:pt x="0" y="200"/>
                          <a:pt x="51" y="405"/>
                        </a:cubicBezTo>
                        <a:cubicBezTo>
                          <a:pt x="19" y="522"/>
                          <a:pt x="12" y="639"/>
                          <a:pt x="12" y="757"/>
                        </a:cubicBezTo>
                        <a:cubicBezTo>
                          <a:pt x="12" y="887"/>
                          <a:pt x="103" y="1004"/>
                          <a:pt x="227" y="1037"/>
                        </a:cubicBezTo>
                        <a:cubicBezTo>
                          <a:pt x="475" y="1070"/>
                          <a:pt x="716" y="1083"/>
                          <a:pt x="964" y="1089"/>
                        </a:cubicBezTo>
                        <a:cubicBezTo>
                          <a:pt x="969" y="1089"/>
                          <a:pt x="974" y="1089"/>
                          <a:pt x="979" y="1089"/>
                        </a:cubicBezTo>
                        <a:cubicBezTo>
                          <a:pt x="1274" y="1089"/>
                          <a:pt x="1384" y="721"/>
                          <a:pt x="1198" y="522"/>
                        </a:cubicBezTo>
                        <a:cubicBezTo>
                          <a:pt x="1101" y="418"/>
                          <a:pt x="990" y="333"/>
                          <a:pt x="872" y="255"/>
                        </a:cubicBezTo>
                        <a:cubicBezTo>
                          <a:pt x="729" y="164"/>
                          <a:pt x="644" y="66"/>
                          <a:pt x="481" y="14"/>
                        </a:cubicBezTo>
                        <a:cubicBezTo>
                          <a:pt x="452" y="5"/>
                          <a:pt x="423" y="0"/>
                          <a:pt x="393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3" name="Google Shape;613;p38"/>
                  <p:cNvSpPr/>
                  <p:nvPr/>
                </p:nvSpPr>
                <p:spPr>
                  <a:xfrm>
                    <a:off x="3180794" y="1922782"/>
                    <a:ext cx="36407" cy="56504"/>
                  </a:xfrm>
                  <a:custGeom>
                    <a:rect b="b" l="l" r="r" t="t"/>
                    <a:pathLst>
                      <a:path extrusionOk="0" h="2238" w="1442">
                        <a:moveTo>
                          <a:pt x="235" y="0"/>
                        </a:moveTo>
                        <a:cubicBezTo>
                          <a:pt x="220" y="0"/>
                          <a:pt x="204" y="11"/>
                          <a:pt x="196" y="30"/>
                        </a:cubicBezTo>
                        <a:lnTo>
                          <a:pt x="196" y="43"/>
                        </a:lnTo>
                        <a:cubicBezTo>
                          <a:pt x="14" y="140"/>
                          <a:pt x="1" y="401"/>
                          <a:pt x="177" y="512"/>
                        </a:cubicBezTo>
                        <a:cubicBezTo>
                          <a:pt x="222" y="1092"/>
                          <a:pt x="503" y="1626"/>
                          <a:pt x="835" y="2122"/>
                        </a:cubicBezTo>
                        <a:cubicBezTo>
                          <a:pt x="886" y="2197"/>
                          <a:pt x="978" y="2237"/>
                          <a:pt x="1066" y="2237"/>
                        </a:cubicBezTo>
                        <a:cubicBezTo>
                          <a:pt x="1169" y="2237"/>
                          <a:pt x="1267" y="2182"/>
                          <a:pt x="1291" y="2063"/>
                        </a:cubicBezTo>
                        <a:cubicBezTo>
                          <a:pt x="1441" y="1300"/>
                          <a:pt x="1246" y="277"/>
                          <a:pt x="385" y="23"/>
                        </a:cubicBezTo>
                        <a:cubicBezTo>
                          <a:pt x="362" y="15"/>
                          <a:pt x="337" y="12"/>
                          <a:pt x="313" y="12"/>
                        </a:cubicBezTo>
                        <a:cubicBezTo>
                          <a:pt x="295" y="12"/>
                          <a:pt x="278" y="14"/>
                          <a:pt x="262" y="17"/>
                        </a:cubicBezTo>
                        <a:cubicBezTo>
                          <a:pt x="256" y="6"/>
                          <a:pt x="246" y="0"/>
                          <a:pt x="235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4" name="Google Shape;614;p38"/>
                  <p:cNvSpPr/>
                  <p:nvPr/>
                </p:nvSpPr>
                <p:spPr>
                  <a:xfrm>
                    <a:off x="3159131" y="2111002"/>
                    <a:ext cx="48526" cy="50091"/>
                  </a:xfrm>
                  <a:custGeom>
                    <a:rect b="b" l="l" r="r" t="t"/>
                    <a:pathLst>
                      <a:path extrusionOk="0" h="1984" w="1922">
                        <a:moveTo>
                          <a:pt x="1410" y="0"/>
                        </a:moveTo>
                        <a:cubicBezTo>
                          <a:pt x="1343" y="0"/>
                          <a:pt x="1276" y="9"/>
                          <a:pt x="1211" y="24"/>
                        </a:cubicBezTo>
                        <a:cubicBezTo>
                          <a:pt x="1087" y="44"/>
                          <a:pt x="976" y="96"/>
                          <a:pt x="885" y="181"/>
                        </a:cubicBezTo>
                        <a:cubicBezTo>
                          <a:pt x="507" y="441"/>
                          <a:pt x="240" y="943"/>
                          <a:pt x="116" y="1341"/>
                        </a:cubicBezTo>
                        <a:cubicBezTo>
                          <a:pt x="1" y="1713"/>
                          <a:pt x="281" y="1984"/>
                          <a:pt x="637" y="1984"/>
                        </a:cubicBezTo>
                        <a:cubicBezTo>
                          <a:pt x="704" y="1984"/>
                          <a:pt x="775" y="1974"/>
                          <a:pt x="846" y="1953"/>
                        </a:cubicBezTo>
                        <a:cubicBezTo>
                          <a:pt x="1198" y="1842"/>
                          <a:pt x="1498" y="1816"/>
                          <a:pt x="1719" y="1517"/>
                        </a:cubicBezTo>
                        <a:cubicBezTo>
                          <a:pt x="1895" y="1262"/>
                          <a:pt x="1921" y="910"/>
                          <a:pt x="1921" y="611"/>
                        </a:cubicBezTo>
                        <a:cubicBezTo>
                          <a:pt x="1915" y="545"/>
                          <a:pt x="1908" y="487"/>
                          <a:pt x="1889" y="435"/>
                        </a:cubicBezTo>
                        <a:cubicBezTo>
                          <a:pt x="1915" y="252"/>
                          <a:pt x="1804" y="76"/>
                          <a:pt x="1628" y="31"/>
                        </a:cubicBezTo>
                        <a:cubicBezTo>
                          <a:pt x="1556" y="10"/>
                          <a:pt x="1483" y="0"/>
                          <a:pt x="1410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5" name="Google Shape;615;p38"/>
                  <p:cNvSpPr/>
                  <p:nvPr/>
                </p:nvSpPr>
                <p:spPr>
                  <a:xfrm>
                    <a:off x="3159131" y="2164148"/>
                    <a:ext cx="48526" cy="50116"/>
                  </a:xfrm>
                  <a:custGeom>
                    <a:rect b="b" l="l" r="r" t="t"/>
                    <a:pathLst>
                      <a:path extrusionOk="0" h="1985" w="1922">
                        <a:moveTo>
                          <a:pt x="1410" y="1"/>
                        </a:moveTo>
                        <a:cubicBezTo>
                          <a:pt x="1343" y="1"/>
                          <a:pt x="1276" y="9"/>
                          <a:pt x="1211" y="24"/>
                        </a:cubicBezTo>
                        <a:cubicBezTo>
                          <a:pt x="1087" y="44"/>
                          <a:pt x="976" y="96"/>
                          <a:pt x="885" y="174"/>
                        </a:cubicBezTo>
                        <a:cubicBezTo>
                          <a:pt x="507" y="441"/>
                          <a:pt x="240" y="943"/>
                          <a:pt x="116" y="1341"/>
                        </a:cubicBezTo>
                        <a:cubicBezTo>
                          <a:pt x="1" y="1713"/>
                          <a:pt x="281" y="1984"/>
                          <a:pt x="637" y="1984"/>
                        </a:cubicBezTo>
                        <a:cubicBezTo>
                          <a:pt x="704" y="1984"/>
                          <a:pt x="775" y="1974"/>
                          <a:pt x="846" y="1953"/>
                        </a:cubicBezTo>
                        <a:cubicBezTo>
                          <a:pt x="1198" y="1843"/>
                          <a:pt x="1498" y="1817"/>
                          <a:pt x="1719" y="1517"/>
                        </a:cubicBezTo>
                        <a:cubicBezTo>
                          <a:pt x="1895" y="1263"/>
                          <a:pt x="1921" y="911"/>
                          <a:pt x="1921" y="611"/>
                        </a:cubicBezTo>
                        <a:cubicBezTo>
                          <a:pt x="1915" y="546"/>
                          <a:pt x="1908" y="487"/>
                          <a:pt x="1889" y="428"/>
                        </a:cubicBezTo>
                        <a:cubicBezTo>
                          <a:pt x="1915" y="252"/>
                          <a:pt x="1804" y="76"/>
                          <a:pt x="1628" y="31"/>
                        </a:cubicBezTo>
                        <a:cubicBezTo>
                          <a:pt x="1556" y="10"/>
                          <a:pt x="1483" y="1"/>
                          <a:pt x="1410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6" name="Google Shape;616;p38"/>
                  <p:cNvSpPr/>
                  <p:nvPr/>
                </p:nvSpPr>
                <p:spPr>
                  <a:xfrm>
                    <a:off x="3159131" y="2217294"/>
                    <a:ext cx="48526" cy="50116"/>
                  </a:xfrm>
                  <a:custGeom>
                    <a:rect b="b" l="l" r="r" t="t"/>
                    <a:pathLst>
                      <a:path extrusionOk="0" h="1985" w="1922">
                        <a:moveTo>
                          <a:pt x="1410" y="1"/>
                        </a:moveTo>
                        <a:cubicBezTo>
                          <a:pt x="1343" y="1"/>
                          <a:pt x="1276" y="9"/>
                          <a:pt x="1211" y="24"/>
                        </a:cubicBezTo>
                        <a:cubicBezTo>
                          <a:pt x="1087" y="44"/>
                          <a:pt x="976" y="96"/>
                          <a:pt x="885" y="174"/>
                        </a:cubicBezTo>
                        <a:cubicBezTo>
                          <a:pt x="507" y="442"/>
                          <a:pt x="240" y="943"/>
                          <a:pt x="116" y="1341"/>
                        </a:cubicBezTo>
                        <a:cubicBezTo>
                          <a:pt x="1" y="1713"/>
                          <a:pt x="281" y="1984"/>
                          <a:pt x="637" y="1984"/>
                        </a:cubicBezTo>
                        <a:cubicBezTo>
                          <a:pt x="704" y="1984"/>
                          <a:pt x="775" y="1974"/>
                          <a:pt x="846" y="1954"/>
                        </a:cubicBezTo>
                        <a:cubicBezTo>
                          <a:pt x="1198" y="1843"/>
                          <a:pt x="1498" y="1817"/>
                          <a:pt x="1719" y="1517"/>
                        </a:cubicBezTo>
                        <a:cubicBezTo>
                          <a:pt x="1895" y="1263"/>
                          <a:pt x="1921" y="911"/>
                          <a:pt x="1921" y="611"/>
                        </a:cubicBezTo>
                        <a:cubicBezTo>
                          <a:pt x="1915" y="546"/>
                          <a:pt x="1908" y="487"/>
                          <a:pt x="1889" y="428"/>
                        </a:cubicBezTo>
                        <a:cubicBezTo>
                          <a:pt x="1915" y="253"/>
                          <a:pt x="1804" y="77"/>
                          <a:pt x="1628" y="31"/>
                        </a:cubicBezTo>
                        <a:cubicBezTo>
                          <a:pt x="1556" y="10"/>
                          <a:pt x="1483" y="1"/>
                          <a:pt x="1410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7" name="Google Shape;617;p38"/>
                  <p:cNvSpPr/>
                  <p:nvPr/>
                </p:nvSpPr>
                <p:spPr>
                  <a:xfrm>
                    <a:off x="3121916" y="2111532"/>
                    <a:ext cx="31585" cy="42795"/>
                  </a:xfrm>
                  <a:custGeom>
                    <a:rect b="b" l="l" r="r" t="t"/>
                    <a:pathLst>
                      <a:path extrusionOk="0" h="1695" w="1251">
                        <a:moveTo>
                          <a:pt x="457" y="0"/>
                        </a:moveTo>
                        <a:cubicBezTo>
                          <a:pt x="228" y="0"/>
                          <a:pt x="1" y="197"/>
                          <a:pt x="52" y="505"/>
                        </a:cubicBezTo>
                        <a:cubicBezTo>
                          <a:pt x="110" y="883"/>
                          <a:pt x="202" y="1600"/>
                          <a:pt x="658" y="1685"/>
                        </a:cubicBezTo>
                        <a:cubicBezTo>
                          <a:pt x="692" y="1691"/>
                          <a:pt x="727" y="1694"/>
                          <a:pt x="762" y="1694"/>
                        </a:cubicBezTo>
                        <a:cubicBezTo>
                          <a:pt x="906" y="1694"/>
                          <a:pt x="1047" y="1637"/>
                          <a:pt x="1121" y="1496"/>
                        </a:cubicBezTo>
                        <a:cubicBezTo>
                          <a:pt x="1251" y="1248"/>
                          <a:pt x="1160" y="1020"/>
                          <a:pt x="1036" y="772"/>
                        </a:cubicBezTo>
                        <a:cubicBezTo>
                          <a:pt x="958" y="616"/>
                          <a:pt x="892" y="453"/>
                          <a:pt x="834" y="290"/>
                        </a:cubicBezTo>
                        <a:cubicBezTo>
                          <a:pt x="763" y="89"/>
                          <a:pt x="610" y="0"/>
                          <a:pt x="457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8" name="Google Shape;618;p38"/>
                  <p:cNvSpPr/>
                  <p:nvPr/>
                </p:nvSpPr>
                <p:spPr>
                  <a:xfrm>
                    <a:off x="3118760" y="2152635"/>
                    <a:ext cx="30524" cy="45849"/>
                  </a:xfrm>
                  <a:custGeom>
                    <a:rect b="b" l="l" r="r" t="t"/>
                    <a:pathLst>
                      <a:path extrusionOk="0" h="1816" w="1209">
                        <a:moveTo>
                          <a:pt x="261" y="0"/>
                        </a:moveTo>
                        <a:cubicBezTo>
                          <a:pt x="136" y="0"/>
                          <a:pt x="1" y="101"/>
                          <a:pt x="1" y="239"/>
                        </a:cubicBezTo>
                        <a:cubicBezTo>
                          <a:pt x="1" y="728"/>
                          <a:pt x="53" y="1464"/>
                          <a:pt x="516" y="1751"/>
                        </a:cubicBezTo>
                        <a:cubicBezTo>
                          <a:pt x="586" y="1795"/>
                          <a:pt x="659" y="1815"/>
                          <a:pt x="729" y="1815"/>
                        </a:cubicBezTo>
                        <a:cubicBezTo>
                          <a:pt x="988" y="1815"/>
                          <a:pt x="1208" y="1546"/>
                          <a:pt x="1141" y="1269"/>
                        </a:cubicBezTo>
                        <a:cubicBezTo>
                          <a:pt x="1089" y="1047"/>
                          <a:pt x="913" y="904"/>
                          <a:pt x="796" y="715"/>
                        </a:cubicBezTo>
                        <a:cubicBezTo>
                          <a:pt x="659" y="526"/>
                          <a:pt x="542" y="330"/>
                          <a:pt x="444" y="122"/>
                        </a:cubicBezTo>
                        <a:cubicBezTo>
                          <a:pt x="407" y="36"/>
                          <a:pt x="336" y="0"/>
                          <a:pt x="261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9" name="Google Shape;619;p38"/>
                  <p:cNvSpPr/>
                  <p:nvPr/>
                </p:nvSpPr>
                <p:spPr>
                  <a:xfrm>
                    <a:off x="3111186" y="2198561"/>
                    <a:ext cx="37543" cy="43198"/>
                  </a:xfrm>
                  <a:custGeom>
                    <a:rect b="b" l="l" r="r" t="t"/>
                    <a:pathLst>
                      <a:path extrusionOk="0" h="1711" w="1487">
                        <a:moveTo>
                          <a:pt x="275" y="0"/>
                        </a:moveTo>
                        <a:cubicBezTo>
                          <a:pt x="183" y="0"/>
                          <a:pt x="96" y="47"/>
                          <a:pt x="79" y="154"/>
                        </a:cubicBezTo>
                        <a:cubicBezTo>
                          <a:pt x="1" y="662"/>
                          <a:pt x="177" y="1073"/>
                          <a:pt x="477" y="1470"/>
                        </a:cubicBezTo>
                        <a:cubicBezTo>
                          <a:pt x="589" y="1614"/>
                          <a:pt x="744" y="1711"/>
                          <a:pt x="911" y="1711"/>
                        </a:cubicBezTo>
                        <a:cubicBezTo>
                          <a:pt x="986" y="1711"/>
                          <a:pt x="1064" y="1691"/>
                          <a:pt x="1142" y="1646"/>
                        </a:cubicBezTo>
                        <a:cubicBezTo>
                          <a:pt x="1389" y="1496"/>
                          <a:pt x="1487" y="1086"/>
                          <a:pt x="1239" y="884"/>
                        </a:cubicBezTo>
                        <a:cubicBezTo>
                          <a:pt x="952" y="662"/>
                          <a:pt x="698" y="395"/>
                          <a:pt x="490" y="102"/>
                        </a:cubicBezTo>
                        <a:cubicBezTo>
                          <a:pt x="444" y="37"/>
                          <a:pt x="357" y="0"/>
                          <a:pt x="275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0" name="Google Shape;620;p38"/>
                  <p:cNvSpPr/>
                  <p:nvPr/>
                </p:nvSpPr>
                <p:spPr>
                  <a:xfrm>
                    <a:off x="3113812" y="2250924"/>
                    <a:ext cx="32620" cy="36028"/>
                  </a:xfrm>
                  <a:custGeom>
                    <a:rect b="b" l="l" r="r" t="t"/>
                    <a:pathLst>
                      <a:path extrusionOk="0" h="1427" w="1292">
                        <a:moveTo>
                          <a:pt x="192" y="1"/>
                        </a:moveTo>
                        <a:cubicBezTo>
                          <a:pt x="85" y="1"/>
                          <a:pt x="0" y="118"/>
                          <a:pt x="21" y="231"/>
                        </a:cubicBezTo>
                        <a:cubicBezTo>
                          <a:pt x="27" y="276"/>
                          <a:pt x="1" y="380"/>
                          <a:pt x="1" y="446"/>
                        </a:cubicBezTo>
                        <a:cubicBezTo>
                          <a:pt x="14" y="563"/>
                          <a:pt x="40" y="680"/>
                          <a:pt x="86" y="791"/>
                        </a:cubicBezTo>
                        <a:cubicBezTo>
                          <a:pt x="125" y="895"/>
                          <a:pt x="171" y="993"/>
                          <a:pt x="223" y="1091"/>
                        </a:cubicBezTo>
                        <a:cubicBezTo>
                          <a:pt x="353" y="1312"/>
                          <a:pt x="516" y="1397"/>
                          <a:pt x="764" y="1423"/>
                        </a:cubicBezTo>
                        <a:cubicBezTo>
                          <a:pt x="778" y="1425"/>
                          <a:pt x="792" y="1426"/>
                          <a:pt x="807" y="1426"/>
                        </a:cubicBezTo>
                        <a:cubicBezTo>
                          <a:pt x="964" y="1426"/>
                          <a:pt x="1129" y="1301"/>
                          <a:pt x="1200" y="1176"/>
                        </a:cubicBezTo>
                        <a:cubicBezTo>
                          <a:pt x="1292" y="1013"/>
                          <a:pt x="1292" y="817"/>
                          <a:pt x="1200" y="661"/>
                        </a:cubicBezTo>
                        <a:cubicBezTo>
                          <a:pt x="1142" y="543"/>
                          <a:pt x="1044" y="452"/>
                          <a:pt x="920" y="400"/>
                        </a:cubicBezTo>
                        <a:cubicBezTo>
                          <a:pt x="881" y="380"/>
                          <a:pt x="842" y="361"/>
                          <a:pt x="809" y="335"/>
                        </a:cubicBezTo>
                        <a:cubicBezTo>
                          <a:pt x="809" y="335"/>
                          <a:pt x="743" y="288"/>
                          <a:pt x="740" y="288"/>
                        </a:cubicBezTo>
                        <a:lnTo>
                          <a:pt x="740" y="288"/>
                        </a:lnTo>
                        <a:cubicBezTo>
                          <a:pt x="740" y="288"/>
                          <a:pt x="740" y="288"/>
                          <a:pt x="740" y="288"/>
                        </a:cubicBezTo>
                        <a:lnTo>
                          <a:pt x="740" y="288"/>
                        </a:lnTo>
                        <a:cubicBezTo>
                          <a:pt x="666" y="228"/>
                          <a:pt x="582" y="168"/>
                          <a:pt x="503" y="120"/>
                        </a:cubicBezTo>
                        <a:cubicBezTo>
                          <a:pt x="431" y="81"/>
                          <a:pt x="347" y="68"/>
                          <a:pt x="281" y="28"/>
                        </a:cubicBezTo>
                        <a:cubicBezTo>
                          <a:pt x="251" y="9"/>
                          <a:pt x="221" y="1"/>
                          <a:pt x="192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1" name="Google Shape;621;p38"/>
                  <p:cNvSpPr/>
                  <p:nvPr/>
                </p:nvSpPr>
                <p:spPr>
                  <a:xfrm>
                    <a:off x="3179152" y="2275717"/>
                    <a:ext cx="75717" cy="61377"/>
                  </a:xfrm>
                  <a:custGeom>
                    <a:rect b="b" l="l" r="r" t="t"/>
                    <a:pathLst>
                      <a:path extrusionOk="0" h="2431" w="2999">
                        <a:moveTo>
                          <a:pt x="1501" y="0"/>
                        </a:moveTo>
                        <a:cubicBezTo>
                          <a:pt x="1115" y="0"/>
                          <a:pt x="732" y="77"/>
                          <a:pt x="372" y="259"/>
                        </a:cubicBezTo>
                        <a:cubicBezTo>
                          <a:pt x="66" y="415"/>
                          <a:pt x="1" y="735"/>
                          <a:pt x="85" y="1015"/>
                        </a:cubicBezTo>
                        <a:cubicBezTo>
                          <a:pt x="170" y="1673"/>
                          <a:pt x="561" y="2286"/>
                          <a:pt x="1265" y="2410"/>
                        </a:cubicBezTo>
                        <a:cubicBezTo>
                          <a:pt x="1347" y="2424"/>
                          <a:pt x="1426" y="2430"/>
                          <a:pt x="1502" y="2430"/>
                        </a:cubicBezTo>
                        <a:cubicBezTo>
                          <a:pt x="2309" y="2430"/>
                          <a:pt x="2785" y="1674"/>
                          <a:pt x="2934" y="917"/>
                        </a:cubicBezTo>
                        <a:cubicBezTo>
                          <a:pt x="2999" y="578"/>
                          <a:pt x="2842" y="259"/>
                          <a:pt x="2503" y="154"/>
                        </a:cubicBezTo>
                        <a:cubicBezTo>
                          <a:pt x="2174" y="58"/>
                          <a:pt x="1836" y="0"/>
                          <a:pt x="1501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2" name="Google Shape;622;p38"/>
                  <p:cNvSpPr/>
                  <p:nvPr/>
                </p:nvSpPr>
                <p:spPr>
                  <a:xfrm>
                    <a:off x="3103460" y="2303136"/>
                    <a:ext cx="46632" cy="110155"/>
                  </a:xfrm>
                  <a:custGeom>
                    <a:rect b="b" l="l" r="r" t="t"/>
                    <a:pathLst>
                      <a:path extrusionOk="0" h="4363" w="1847">
                        <a:moveTo>
                          <a:pt x="988" y="0"/>
                        </a:moveTo>
                        <a:cubicBezTo>
                          <a:pt x="718" y="0"/>
                          <a:pt x="455" y="139"/>
                          <a:pt x="366" y="470"/>
                        </a:cubicBezTo>
                        <a:cubicBezTo>
                          <a:pt x="40" y="1669"/>
                          <a:pt x="1" y="3103"/>
                          <a:pt x="483" y="4269"/>
                        </a:cubicBezTo>
                        <a:cubicBezTo>
                          <a:pt x="499" y="4331"/>
                          <a:pt x="551" y="4362"/>
                          <a:pt x="603" y="4362"/>
                        </a:cubicBezTo>
                        <a:cubicBezTo>
                          <a:pt x="656" y="4362"/>
                          <a:pt x="708" y="4331"/>
                          <a:pt x="724" y="4269"/>
                        </a:cubicBezTo>
                        <a:cubicBezTo>
                          <a:pt x="1180" y="3175"/>
                          <a:pt x="1219" y="1936"/>
                          <a:pt x="1656" y="822"/>
                        </a:cubicBezTo>
                        <a:cubicBezTo>
                          <a:pt x="1847" y="341"/>
                          <a:pt x="1410" y="0"/>
                          <a:pt x="98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3" name="Google Shape;623;p38"/>
                  <p:cNvSpPr/>
                  <p:nvPr/>
                </p:nvSpPr>
                <p:spPr>
                  <a:xfrm>
                    <a:off x="3101314" y="2420915"/>
                    <a:ext cx="51985" cy="138331"/>
                  </a:xfrm>
                  <a:custGeom>
                    <a:rect b="b" l="l" r="r" t="t"/>
                    <a:pathLst>
                      <a:path extrusionOk="0" h="5479" w="2059">
                        <a:moveTo>
                          <a:pt x="1418" y="0"/>
                        </a:moveTo>
                        <a:cubicBezTo>
                          <a:pt x="1242" y="0"/>
                          <a:pt x="1060" y="81"/>
                          <a:pt x="933" y="263"/>
                        </a:cubicBezTo>
                        <a:cubicBezTo>
                          <a:pt x="33" y="1540"/>
                          <a:pt x="1" y="3997"/>
                          <a:pt x="861" y="5307"/>
                        </a:cubicBezTo>
                        <a:cubicBezTo>
                          <a:pt x="933" y="5418"/>
                          <a:pt x="1067" y="5478"/>
                          <a:pt x="1197" y="5478"/>
                        </a:cubicBezTo>
                        <a:cubicBezTo>
                          <a:pt x="1349" y="5478"/>
                          <a:pt x="1494" y="5396"/>
                          <a:pt x="1526" y="5216"/>
                        </a:cubicBezTo>
                        <a:cubicBezTo>
                          <a:pt x="1656" y="4525"/>
                          <a:pt x="1526" y="3821"/>
                          <a:pt x="1513" y="3117"/>
                        </a:cubicBezTo>
                        <a:cubicBezTo>
                          <a:pt x="1487" y="2257"/>
                          <a:pt x="1793" y="1521"/>
                          <a:pt x="1969" y="699"/>
                        </a:cubicBezTo>
                        <a:cubicBezTo>
                          <a:pt x="2058" y="279"/>
                          <a:pt x="1747" y="0"/>
                          <a:pt x="141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4" name="Google Shape;624;p38"/>
                  <p:cNvSpPr/>
                  <p:nvPr/>
                </p:nvSpPr>
                <p:spPr>
                  <a:xfrm>
                    <a:off x="3153577" y="2340073"/>
                    <a:ext cx="54080" cy="195416"/>
                  </a:xfrm>
                  <a:custGeom>
                    <a:rect b="b" l="l" r="r" t="t"/>
                    <a:pathLst>
                      <a:path extrusionOk="0" h="7740" w="2142">
                        <a:moveTo>
                          <a:pt x="1063" y="1"/>
                        </a:moveTo>
                        <a:cubicBezTo>
                          <a:pt x="652" y="1"/>
                          <a:pt x="241" y="271"/>
                          <a:pt x="225" y="812"/>
                        </a:cubicBezTo>
                        <a:cubicBezTo>
                          <a:pt x="166" y="3009"/>
                          <a:pt x="238" y="5153"/>
                          <a:pt x="23" y="7343"/>
                        </a:cubicBezTo>
                        <a:cubicBezTo>
                          <a:pt x="1" y="7567"/>
                          <a:pt x="226" y="7739"/>
                          <a:pt x="436" y="7739"/>
                        </a:cubicBezTo>
                        <a:cubicBezTo>
                          <a:pt x="531" y="7739"/>
                          <a:pt x="623" y="7704"/>
                          <a:pt x="688" y="7623"/>
                        </a:cubicBezTo>
                        <a:cubicBezTo>
                          <a:pt x="2141" y="5818"/>
                          <a:pt x="1978" y="3002"/>
                          <a:pt x="1907" y="812"/>
                        </a:cubicBezTo>
                        <a:cubicBezTo>
                          <a:pt x="1887" y="271"/>
                          <a:pt x="1475" y="1"/>
                          <a:pt x="1063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5" name="Google Shape;625;p38"/>
                  <p:cNvSpPr/>
                  <p:nvPr/>
                </p:nvSpPr>
                <p:spPr>
                  <a:xfrm>
                    <a:off x="3124037" y="2604843"/>
                    <a:ext cx="42138" cy="127348"/>
                  </a:xfrm>
                  <a:custGeom>
                    <a:rect b="b" l="l" r="r" t="t"/>
                    <a:pathLst>
                      <a:path extrusionOk="0" h="5044" w="1669">
                        <a:moveTo>
                          <a:pt x="786" y="1"/>
                        </a:moveTo>
                        <a:cubicBezTo>
                          <a:pt x="627" y="1"/>
                          <a:pt x="463" y="80"/>
                          <a:pt x="372" y="219"/>
                        </a:cubicBezTo>
                        <a:cubicBezTo>
                          <a:pt x="0" y="805"/>
                          <a:pt x="228" y="1679"/>
                          <a:pt x="320" y="2324"/>
                        </a:cubicBezTo>
                        <a:cubicBezTo>
                          <a:pt x="443" y="3171"/>
                          <a:pt x="567" y="4253"/>
                          <a:pt x="1089" y="4950"/>
                        </a:cubicBezTo>
                        <a:cubicBezTo>
                          <a:pt x="1131" y="5011"/>
                          <a:pt x="1198" y="5043"/>
                          <a:pt x="1263" y="5043"/>
                        </a:cubicBezTo>
                        <a:cubicBezTo>
                          <a:pt x="1338" y="5043"/>
                          <a:pt x="1410" y="4999"/>
                          <a:pt x="1434" y="4905"/>
                        </a:cubicBezTo>
                        <a:cubicBezTo>
                          <a:pt x="1669" y="4155"/>
                          <a:pt x="1473" y="3223"/>
                          <a:pt x="1395" y="2454"/>
                        </a:cubicBezTo>
                        <a:cubicBezTo>
                          <a:pt x="1323" y="1750"/>
                          <a:pt x="1486" y="857"/>
                          <a:pt x="1154" y="219"/>
                        </a:cubicBezTo>
                        <a:cubicBezTo>
                          <a:pt x="1076" y="68"/>
                          <a:pt x="933" y="1"/>
                          <a:pt x="786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6" name="Google Shape;626;p38"/>
                  <p:cNvSpPr/>
                  <p:nvPr/>
                </p:nvSpPr>
                <p:spPr>
                  <a:xfrm>
                    <a:off x="3156682" y="2559398"/>
                    <a:ext cx="40446" cy="181151"/>
                  </a:xfrm>
                  <a:custGeom>
                    <a:rect b="b" l="l" r="r" t="t"/>
                    <a:pathLst>
                      <a:path extrusionOk="0" h="7175" w="1602">
                        <a:moveTo>
                          <a:pt x="526" y="1"/>
                        </a:moveTo>
                        <a:cubicBezTo>
                          <a:pt x="257" y="1"/>
                          <a:pt x="1" y="269"/>
                          <a:pt x="17" y="533"/>
                        </a:cubicBezTo>
                        <a:cubicBezTo>
                          <a:pt x="24" y="728"/>
                          <a:pt x="43" y="911"/>
                          <a:pt x="193" y="1054"/>
                        </a:cubicBezTo>
                        <a:cubicBezTo>
                          <a:pt x="343" y="1204"/>
                          <a:pt x="369" y="1380"/>
                          <a:pt x="428" y="1628"/>
                        </a:cubicBezTo>
                        <a:cubicBezTo>
                          <a:pt x="597" y="2292"/>
                          <a:pt x="591" y="3009"/>
                          <a:pt x="584" y="3694"/>
                        </a:cubicBezTo>
                        <a:cubicBezTo>
                          <a:pt x="578" y="4339"/>
                          <a:pt x="552" y="4991"/>
                          <a:pt x="519" y="5636"/>
                        </a:cubicBezTo>
                        <a:cubicBezTo>
                          <a:pt x="493" y="6112"/>
                          <a:pt x="363" y="6692"/>
                          <a:pt x="597" y="7122"/>
                        </a:cubicBezTo>
                        <a:cubicBezTo>
                          <a:pt x="620" y="7156"/>
                          <a:pt x="657" y="7174"/>
                          <a:pt x="695" y="7174"/>
                        </a:cubicBezTo>
                        <a:cubicBezTo>
                          <a:pt x="723" y="7174"/>
                          <a:pt x="751" y="7164"/>
                          <a:pt x="773" y="7141"/>
                        </a:cubicBezTo>
                        <a:cubicBezTo>
                          <a:pt x="1119" y="6855"/>
                          <a:pt x="1164" y="6353"/>
                          <a:pt x="1262" y="5942"/>
                        </a:cubicBezTo>
                        <a:cubicBezTo>
                          <a:pt x="1419" y="5277"/>
                          <a:pt x="1484" y="4587"/>
                          <a:pt x="1549" y="3915"/>
                        </a:cubicBezTo>
                        <a:cubicBezTo>
                          <a:pt x="1601" y="3283"/>
                          <a:pt x="1588" y="2657"/>
                          <a:pt x="1529" y="2025"/>
                        </a:cubicBezTo>
                        <a:cubicBezTo>
                          <a:pt x="1484" y="1576"/>
                          <a:pt x="1217" y="982"/>
                          <a:pt x="1204" y="637"/>
                        </a:cubicBezTo>
                        <a:cubicBezTo>
                          <a:pt x="1184" y="350"/>
                          <a:pt x="1028" y="174"/>
                          <a:pt x="767" y="70"/>
                        </a:cubicBezTo>
                        <a:lnTo>
                          <a:pt x="676" y="31"/>
                        </a:lnTo>
                        <a:cubicBezTo>
                          <a:pt x="626" y="10"/>
                          <a:pt x="576" y="1"/>
                          <a:pt x="526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7" name="Google Shape;627;p38"/>
                  <p:cNvSpPr/>
                  <p:nvPr/>
                </p:nvSpPr>
                <p:spPr>
                  <a:xfrm>
                    <a:off x="3387773" y="2207549"/>
                    <a:ext cx="65871" cy="115179"/>
                  </a:xfrm>
                  <a:custGeom>
                    <a:rect b="b" l="l" r="r" t="t"/>
                    <a:pathLst>
                      <a:path extrusionOk="0" h="4562" w="2609">
                        <a:moveTo>
                          <a:pt x="427" y="0"/>
                        </a:moveTo>
                        <a:cubicBezTo>
                          <a:pt x="153" y="0"/>
                          <a:pt x="1" y="379"/>
                          <a:pt x="197" y="593"/>
                        </a:cubicBezTo>
                        <a:cubicBezTo>
                          <a:pt x="810" y="1251"/>
                          <a:pt x="1292" y="1746"/>
                          <a:pt x="1625" y="2613"/>
                        </a:cubicBezTo>
                        <a:cubicBezTo>
                          <a:pt x="1879" y="3272"/>
                          <a:pt x="2094" y="3923"/>
                          <a:pt x="2440" y="4536"/>
                        </a:cubicBezTo>
                        <a:cubicBezTo>
                          <a:pt x="2450" y="4554"/>
                          <a:pt x="2466" y="4562"/>
                          <a:pt x="2481" y="4562"/>
                        </a:cubicBezTo>
                        <a:cubicBezTo>
                          <a:pt x="2506" y="4562"/>
                          <a:pt x="2531" y="4542"/>
                          <a:pt x="2531" y="4510"/>
                        </a:cubicBezTo>
                        <a:cubicBezTo>
                          <a:pt x="2609" y="3030"/>
                          <a:pt x="2179" y="573"/>
                          <a:pt x="536" y="19"/>
                        </a:cubicBezTo>
                        <a:cubicBezTo>
                          <a:pt x="498" y="6"/>
                          <a:pt x="462" y="0"/>
                          <a:pt x="427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8" name="Google Shape;628;p38"/>
                  <p:cNvSpPr/>
                  <p:nvPr/>
                </p:nvSpPr>
                <p:spPr>
                  <a:xfrm>
                    <a:off x="3392746" y="2248172"/>
                    <a:ext cx="37997" cy="63422"/>
                  </a:xfrm>
                  <a:custGeom>
                    <a:rect b="b" l="l" r="r" t="t"/>
                    <a:pathLst>
                      <a:path extrusionOk="0" h="2512" w="1505">
                        <a:moveTo>
                          <a:pt x="251" y="1"/>
                        </a:moveTo>
                        <a:cubicBezTo>
                          <a:pt x="147" y="1"/>
                          <a:pt x="56" y="109"/>
                          <a:pt x="46" y="209"/>
                        </a:cubicBezTo>
                        <a:cubicBezTo>
                          <a:pt x="0" y="652"/>
                          <a:pt x="222" y="1096"/>
                          <a:pt x="405" y="1487"/>
                        </a:cubicBezTo>
                        <a:cubicBezTo>
                          <a:pt x="581" y="1884"/>
                          <a:pt x="861" y="2230"/>
                          <a:pt x="1219" y="2484"/>
                        </a:cubicBezTo>
                        <a:cubicBezTo>
                          <a:pt x="1246" y="2503"/>
                          <a:pt x="1274" y="2512"/>
                          <a:pt x="1302" y="2512"/>
                        </a:cubicBezTo>
                        <a:cubicBezTo>
                          <a:pt x="1406" y="2512"/>
                          <a:pt x="1504" y="2396"/>
                          <a:pt x="1473" y="2288"/>
                        </a:cubicBezTo>
                        <a:cubicBezTo>
                          <a:pt x="1324" y="1845"/>
                          <a:pt x="1154" y="1408"/>
                          <a:pt x="965" y="985"/>
                        </a:cubicBezTo>
                        <a:cubicBezTo>
                          <a:pt x="809" y="633"/>
                          <a:pt x="659" y="274"/>
                          <a:pt x="346" y="33"/>
                        </a:cubicBezTo>
                        <a:cubicBezTo>
                          <a:pt x="314" y="11"/>
                          <a:pt x="282" y="1"/>
                          <a:pt x="251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9" name="Google Shape;629;p38"/>
                  <p:cNvSpPr/>
                  <p:nvPr/>
                </p:nvSpPr>
                <p:spPr>
                  <a:xfrm>
                    <a:off x="3326598" y="2078231"/>
                    <a:ext cx="68522" cy="102581"/>
                  </a:xfrm>
                  <a:custGeom>
                    <a:rect b="b" l="l" r="r" t="t"/>
                    <a:pathLst>
                      <a:path extrusionOk="0" h="4063" w="2714">
                        <a:moveTo>
                          <a:pt x="987" y="0"/>
                        </a:moveTo>
                        <a:cubicBezTo>
                          <a:pt x="913" y="0"/>
                          <a:pt x="836" y="10"/>
                          <a:pt x="756" y="32"/>
                        </a:cubicBezTo>
                        <a:cubicBezTo>
                          <a:pt x="346" y="149"/>
                          <a:pt x="0" y="644"/>
                          <a:pt x="163" y="1081"/>
                        </a:cubicBezTo>
                        <a:cubicBezTo>
                          <a:pt x="548" y="2085"/>
                          <a:pt x="913" y="3362"/>
                          <a:pt x="1851" y="3988"/>
                        </a:cubicBezTo>
                        <a:cubicBezTo>
                          <a:pt x="1929" y="4039"/>
                          <a:pt x="2019" y="4062"/>
                          <a:pt x="2111" y="4062"/>
                        </a:cubicBezTo>
                        <a:cubicBezTo>
                          <a:pt x="2404" y="4062"/>
                          <a:pt x="2714" y="3825"/>
                          <a:pt x="2679" y="3512"/>
                        </a:cubicBezTo>
                        <a:cubicBezTo>
                          <a:pt x="2568" y="2554"/>
                          <a:pt x="2164" y="1524"/>
                          <a:pt x="1806" y="625"/>
                        </a:cubicBezTo>
                        <a:cubicBezTo>
                          <a:pt x="1664" y="265"/>
                          <a:pt x="1367" y="0"/>
                          <a:pt x="987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0" name="Google Shape;630;p38"/>
                  <p:cNvSpPr/>
                  <p:nvPr/>
                </p:nvSpPr>
                <p:spPr>
                  <a:xfrm>
                    <a:off x="3274588" y="1960300"/>
                    <a:ext cx="73571" cy="79100"/>
                  </a:xfrm>
                  <a:custGeom>
                    <a:rect b="b" l="l" r="r" t="t"/>
                    <a:pathLst>
                      <a:path extrusionOk="0" h="3133" w="2914">
                        <a:moveTo>
                          <a:pt x="958" y="1"/>
                        </a:moveTo>
                        <a:cubicBezTo>
                          <a:pt x="697" y="1"/>
                          <a:pt x="444" y="91"/>
                          <a:pt x="236" y="310"/>
                        </a:cubicBezTo>
                        <a:cubicBezTo>
                          <a:pt x="1" y="551"/>
                          <a:pt x="53" y="949"/>
                          <a:pt x="340" y="1118"/>
                        </a:cubicBezTo>
                        <a:cubicBezTo>
                          <a:pt x="646" y="1307"/>
                          <a:pt x="965" y="1209"/>
                          <a:pt x="1278" y="1333"/>
                        </a:cubicBezTo>
                        <a:cubicBezTo>
                          <a:pt x="1467" y="1424"/>
                          <a:pt x="1630" y="1555"/>
                          <a:pt x="1754" y="1724"/>
                        </a:cubicBezTo>
                        <a:cubicBezTo>
                          <a:pt x="1930" y="1939"/>
                          <a:pt x="2106" y="2102"/>
                          <a:pt x="2223" y="2343"/>
                        </a:cubicBezTo>
                        <a:cubicBezTo>
                          <a:pt x="2341" y="2578"/>
                          <a:pt x="2445" y="2819"/>
                          <a:pt x="2569" y="3047"/>
                        </a:cubicBezTo>
                        <a:cubicBezTo>
                          <a:pt x="2600" y="3106"/>
                          <a:pt x="2661" y="3133"/>
                          <a:pt x="2722" y="3133"/>
                        </a:cubicBezTo>
                        <a:cubicBezTo>
                          <a:pt x="2817" y="3133"/>
                          <a:pt x="2913" y="3069"/>
                          <a:pt x="2901" y="2962"/>
                        </a:cubicBezTo>
                        <a:cubicBezTo>
                          <a:pt x="2862" y="2610"/>
                          <a:pt x="2803" y="2259"/>
                          <a:pt x="2725" y="1913"/>
                        </a:cubicBezTo>
                        <a:cubicBezTo>
                          <a:pt x="2634" y="1535"/>
                          <a:pt x="2647" y="1209"/>
                          <a:pt x="2419" y="864"/>
                        </a:cubicBezTo>
                        <a:cubicBezTo>
                          <a:pt x="2125" y="419"/>
                          <a:pt x="1521" y="1"/>
                          <a:pt x="958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1" name="Google Shape;631;p38"/>
                  <p:cNvSpPr/>
                  <p:nvPr/>
                </p:nvSpPr>
                <p:spPr>
                  <a:xfrm>
                    <a:off x="3208642" y="2004306"/>
                    <a:ext cx="112048" cy="95688"/>
                  </a:xfrm>
                  <a:custGeom>
                    <a:rect b="b" l="l" r="r" t="t"/>
                    <a:pathLst>
                      <a:path extrusionOk="0" h="3790" w="4438">
                        <a:moveTo>
                          <a:pt x="2084" y="0"/>
                        </a:moveTo>
                        <a:cubicBezTo>
                          <a:pt x="703" y="0"/>
                          <a:pt x="1" y="2377"/>
                          <a:pt x="1088" y="3357"/>
                        </a:cubicBezTo>
                        <a:cubicBezTo>
                          <a:pt x="1421" y="3658"/>
                          <a:pt x="1810" y="3790"/>
                          <a:pt x="2199" y="3790"/>
                        </a:cubicBezTo>
                        <a:cubicBezTo>
                          <a:pt x="2967" y="3790"/>
                          <a:pt x="3733" y="3275"/>
                          <a:pt x="4066" y="2523"/>
                        </a:cubicBezTo>
                        <a:cubicBezTo>
                          <a:pt x="4307" y="1982"/>
                          <a:pt x="4438" y="1382"/>
                          <a:pt x="4073" y="854"/>
                        </a:cubicBezTo>
                        <a:cubicBezTo>
                          <a:pt x="3897" y="600"/>
                          <a:pt x="3050" y="92"/>
                          <a:pt x="2215" y="7"/>
                        </a:cubicBezTo>
                        <a:cubicBezTo>
                          <a:pt x="2171" y="2"/>
                          <a:pt x="2127" y="0"/>
                          <a:pt x="2084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2" name="Google Shape;632;p38"/>
                  <p:cNvSpPr/>
                  <p:nvPr/>
                </p:nvSpPr>
                <p:spPr>
                  <a:xfrm>
                    <a:off x="3231894" y="1962345"/>
                    <a:ext cx="34816" cy="27520"/>
                  </a:xfrm>
                  <a:custGeom>
                    <a:rect b="b" l="l" r="r" t="t"/>
                    <a:pathLst>
                      <a:path extrusionOk="0" h="1090" w="1379">
                        <a:moveTo>
                          <a:pt x="983" y="0"/>
                        </a:moveTo>
                        <a:cubicBezTo>
                          <a:pt x="954" y="0"/>
                          <a:pt x="925" y="5"/>
                          <a:pt x="897" y="14"/>
                        </a:cubicBezTo>
                        <a:cubicBezTo>
                          <a:pt x="727" y="66"/>
                          <a:pt x="643" y="164"/>
                          <a:pt x="506" y="255"/>
                        </a:cubicBezTo>
                        <a:cubicBezTo>
                          <a:pt x="382" y="333"/>
                          <a:pt x="271" y="418"/>
                          <a:pt x="180" y="522"/>
                        </a:cubicBezTo>
                        <a:cubicBezTo>
                          <a:pt x="0" y="721"/>
                          <a:pt x="104" y="1089"/>
                          <a:pt x="399" y="1089"/>
                        </a:cubicBezTo>
                        <a:cubicBezTo>
                          <a:pt x="404" y="1089"/>
                          <a:pt x="409" y="1089"/>
                          <a:pt x="414" y="1089"/>
                        </a:cubicBezTo>
                        <a:cubicBezTo>
                          <a:pt x="656" y="1083"/>
                          <a:pt x="903" y="1070"/>
                          <a:pt x="1144" y="1037"/>
                        </a:cubicBezTo>
                        <a:cubicBezTo>
                          <a:pt x="1275" y="1004"/>
                          <a:pt x="1359" y="887"/>
                          <a:pt x="1359" y="757"/>
                        </a:cubicBezTo>
                        <a:cubicBezTo>
                          <a:pt x="1366" y="639"/>
                          <a:pt x="1353" y="522"/>
                          <a:pt x="1327" y="405"/>
                        </a:cubicBezTo>
                        <a:cubicBezTo>
                          <a:pt x="1378" y="200"/>
                          <a:pt x="1181" y="0"/>
                          <a:pt x="983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3" name="Google Shape;633;p38"/>
                  <p:cNvSpPr/>
                  <p:nvPr/>
                </p:nvSpPr>
                <p:spPr>
                  <a:xfrm>
                    <a:off x="3213716" y="1922782"/>
                    <a:ext cx="36887" cy="56504"/>
                  </a:xfrm>
                  <a:custGeom>
                    <a:rect b="b" l="l" r="r" t="t"/>
                    <a:pathLst>
                      <a:path extrusionOk="0" h="2238" w="1461">
                        <a:moveTo>
                          <a:pt x="1211" y="0"/>
                        </a:moveTo>
                        <a:cubicBezTo>
                          <a:pt x="1200" y="0"/>
                          <a:pt x="1188" y="6"/>
                          <a:pt x="1180" y="17"/>
                        </a:cubicBezTo>
                        <a:cubicBezTo>
                          <a:pt x="1164" y="14"/>
                          <a:pt x="1148" y="12"/>
                          <a:pt x="1131" y="12"/>
                        </a:cubicBezTo>
                        <a:cubicBezTo>
                          <a:pt x="1109" y="12"/>
                          <a:pt x="1086" y="15"/>
                          <a:pt x="1063" y="23"/>
                        </a:cubicBezTo>
                        <a:cubicBezTo>
                          <a:pt x="202" y="277"/>
                          <a:pt x="0" y="1300"/>
                          <a:pt x="157" y="2063"/>
                        </a:cubicBezTo>
                        <a:cubicBezTo>
                          <a:pt x="181" y="2182"/>
                          <a:pt x="278" y="2237"/>
                          <a:pt x="379" y="2237"/>
                        </a:cubicBezTo>
                        <a:cubicBezTo>
                          <a:pt x="465" y="2237"/>
                          <a:pt x="555" y="2197"/>
                          <a:pt x="607" y="2122"/>
                        </a:cubicBezTo>
                        <a:cubicBezTo>
                          <a:pt x="939" y="1626"/>
                          <a:pt x="1226" y="1092"/>
                          <a:pt x="1265" y="512"/>
                        </a:cubicBezTo>
                        <a:cubicBezTo>
                          <a:pt x="1460" y="401"/>
                          <a:pt x="1408" y="127"/>
                          <a:pt x="1245" y="43"/>
                        </a:cubicBezTo>
                        <a:lnTo>
                          <a:pt x="1245" y="30"/>
                        </a:lnTo>
                        <a:cubicBezTo>
                          <a:pt x="1241" y="11"/>
                          <a:pt x="1227" y="0"/>
                          <a:pt x="1211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4" name="Google Shape;634;p38"/>
                  <p:cNvSpPr/>
                  <p:nvPr/>
                </p:nvSpPr>
                <p:spPr>
                  <a:xfrm>
                    <a:off x="3223260" y="2111002"/>
                    <a:ext cx="48677" cy="50091"/>
                  </a:xfrm>
                  <a:custGeom>
                    <a:rect b="b" l="l" r="r" t="t"/>
                    <a:pathLst>
                      <a:path extrusionOk="0" h="1984" w="1928">
                        <a:moveTo>
                          <a:pt x="518" y="0"/>
                        </a:moveTo>
                        <a:cubicBezTo>
                          <a:pt x="445" y="0"/>
                          <a:pt x="372" y="10"/>
                          <a:pt x="300" y="31"/>
                        </a:cubicBezTo>
                        <a:cubicBezTo>
                          <a:pt x="124" y="76"/>
                          <a:pt x="13" y="252"/>
                          <a:pt x="39" y="435"/>
                        </a:cubicBezTo>
                        <a:cubicBezTo>
                          <a:pt x="20" y="487"/>
                          <a:pt x="13" y="545"/>
                          <a:pt x="7" y="611"/>
                        </a:cubicBezTo>
                        <a:cubicBezTo>
                          <a:pt x="0" y="910"/>
                          <a:pt x="33" y="1262"/>
                          <a:pt x="209" y="1517"/>
                        </a:cubicBezTo>
                        <a:cubicBezTo>
                          <a:pt x="431" y="1816"/>
                          <a:pt x="730" y="1842"/>
                          <a:pt x="1082" y="1953"/>
                        </a:cubicBezTo>
                        <a:cubicBezTo>
                          <a:pt x="1153" y="1974"/>
                          <a:pt x="1224" y="1984"/>
                          <a:pt x="1291" y="1984"/>
                        </a:cubicBezTo>
                        <a:cubicBezTo>
                          <a:pt x="1647" y="1984"/>
                          <a:pt x="1927" y="1713"/>
                          <a:pt x="1812" y="1341"/>
                        </a:cubicBezTo>
                        <a:cubicBezTo>
                          <a:pt x="1688" y="943"/>
                          <a:pt x="1421" y="441"/>
                          <a:pt x="1043" y="181"/>
                        </a:cubicBezTo>
                        <a:cubicBezTo>
                          <a:pt x="952" y="96"/>
                          <a:pt x="841" y="44"/>
                          <a:pt x="717" y="24"/>
                        </a:cubicBezTo>
                        <a:cubicBezTo>
                          <a:pt x="652" y="9"/>
                          <a:pt x="585" y="0"/>
                          <a:pt x="51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5" name="Google Shape;635;p38"/>
                  <p:cNvSpPr/>
                  <p:nvPr/>
                </p:nvSpPr>
                <p:spPr>
                  <a:xfrm>
                    <a:off x="3223260" y="2164148"/>
                    <a:ext cx="48677" cy="50116"/>
                  </a:xfrm>
                  <a:custGeom>
                    <a:rect b="b" l="l" r="r" t="t"/>
                    <a:pathLst>
                      <a:path extrusionOk="0" h="1985" w="1928">
                        <a:moveTo>
                          <a:pt x="518" y="1"/>
                        </a:moveTo>
                        <a:cubicBezTo>
                          <a:pt x="445" y="1"/>
                          <a:pt x="372" y="10"/>
                          <a:pt x="300" y="31"/>
                        </a:cubicBezTo>
                        <a:cubicBezTo>
                          <a:pt x="124" y="76"/>
                          <a:pt x="13" y="252"/>
                          <a:pt x="39" y="428"/>
                        </a:cubicBezTo>
                        <a:cubicBezTo>
                          <a:pt x="20" y="487"/>
                          <a:pt x="13" y="546"/>
                          <a:pt x="7" y="611"/>
                        </a:cubicBezTo>
                        <a:cubicBezTo>
                          <a:pt x="0" y="911"/>
                          <a:pt x="33" y="1263"/>
                          <a:pt x="209" y="1517"/>
                        </a:cubicBezTo>
                        <a:cubicBezTo>
                          <a:pt x="431" y="1817"/>
                          <a:pt x="730" y="1843"/>
                          <a:pt x="1082" y="1953"/>
                        </a:cubicBezTo>
                        <a:cubicBezTo>
                          <a:pt x="1153" y="1974"/>
                          <a:pt x="1224" y="1984"/>
                          <a:pt x="1291" y="1984"/>
                        </a:cubicBezTo>
                        <a:cubicBezTo>
                          <a:pt x="1647" y="1984"/>
                          <a:pt x="1927" y="1713"/>
                          <a:pt x="1812" y="1341"/>
                        </a:cubicBezTo>
                        <a:cubicBezTo>
                          <a:pt x="1688" y="943"/>
                          <a:pt x="1421" y="441"/>
                          <a:pt x="1043" y="174"/>
                        </a:cubicBezTo>
                        <a:cubicBezTo>
                          <a:pt x="952" y="96"/>
                          <a:pt x="841" y="44"/>
                          <a:pt x="717" y="24"/>
                        </a:cubicBezTo>
                        <a:cubicBezTo>
                          <a:pt x="652" y="9"/>
                          <a:pt x="585" y="1"/>
                          <a:pt x="518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6" name="Google Shape;636;p38"/>
                  <p:cNvSpPr/>
                  <p:nvPr/>
                </p:nvSpPr>
                <p:spPr>
                  <a:xfrm>
                    <a:off x="3223260" y="2217294"/>
                    <a:ext cx="48677" cy="50116"/>
                  </a:xfrm>
                  <a:custGeom>
                    <a:rect b="b" l="l" r="r" t="t"/>
                    <a:pathLst>
                      <a:path extrusionOk="0" h="1985" w="1928">
                        <a:moveTo>
                          <a:pt x="518" y="1"/>
                        </a:moveTo>
                        <a:cubicBezTo>
                          <a:pt x="445" y="1"/>
                          <a:pt x="372" y="10"/>
                          <a:pt x="300" y="31"/>
                        </a:cubicBezTo>
                        <a:cubicBezTo>
                          <a:pt x="124" y="77"/>
                          <a:pt x="13" y="253"/>
                          <a:pt x="39" y="428"/>
                        </a:cubicBezTo>
                        <a:cubicBezTo>
                          <a:pt x="20" y="487"/>
                          <a:pt x="13" y="546"/>
                          <a:pt x="7" y="611"/>
                        </a:cubicBezTo>
                        <a:cubicBezTo>
                          <a:pt x="0" y="911"/>
                          <a:pt x="33" y="1263"/>
                          <a:pt x="209" y="1517"/>
                        </a:cubicBezTo>
                        <a:cubicBezTo>
                          <a:pt x="431" y="1817"/>
                          <a:pt x="730" y="1843"/>
                          <a:pt x="1082" y="1954"/>
                        </a:cubicBezTo>
                        <a:cubicBezTo>
                          <a:pt x="1153" y="1974"/>
                          <a:pt x="1224" y="1984"/>
                          <a:pt x="1291" y="1984"/>
                        </a:cubicBezTo>
                        <a:cubicBezTo>
                          <a:pt x="1647" y="1984"/>
                          <a:pt x="1927" y="1713"/>
                          <a:pt x="1812" y="1341"/>
                        </a:cubicBezTo>
                        <a:cubicBezTo>
                          <a:pt x="1688" y="943"/>
                          <a:pt x="1421" y="442"/>
                          <a:pt x="1043" y="174"/>
                        </a:cubicBezTo>
                        <a:cubicBezTo>
                          <a:pt x="952" y="96"/>
                          <a:pt x="841" y="44"/>
                          <a:pt x="717" y="24"/>
                        </a:cubicBezTo>
                        <a:cubicBezTo>
                          <a:pt x="652" y="9"/>
                          <a:pt x="585" y="1"/>
                          <a:pt x="518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7" name="Google Shape;637;p38"/>
                  <p:cNvSpPr/>
                  <p:nvPr/>
                </p:nvSpPr>
                <p:spPr>
                  <a:xfrm>
                    <a:off x="3277567" y="2111532"/>
                    <a:ext cx="31585" cy="42795"/>
                  </a:xfrm>
                  <a:custGeom>
                    <a:rect b="b" l="l" r="r" t="t"/>
                    <a:pathLst>
                      <a:path extrusionOk="0" h="1695" w="1251">
                        <a:moveTo>
                          <a:pt x="794" y="0"/>
                        </a:moveTo>
                        <a:cubicBezTo>
                          <a:pt x="641" y="0"/>
                          <a:pt x="488" y="89"/>
                          <a:pt x="417" y="290"/>
                        </a:cubicBezTo>
                        <a:cubicBezTo>
                          <a:pt x="359" y="453"/>
                          <a:pt x="287" y="616"/>
                          <a:pt x="209" y="772"/>
                        </a:cubicBezTo>
                        <a:cubicBezTo>
                          <a:pt x="91" y="1020"/>
                          <a:pt x="0" y="1248"/>
                          <a:pt x="131" y="1496"/>
                        </a:cubicBezTo>
                        <a:cubicBezTo>
                          <a:pt x="204" y="1637"/>
                          <a:pt x="341" y="1694"/>
                          <a:pt x="483" y="1694"/>
                        </a:cubicBezTo>
                        <a:cubicBezTo>
                          <a:pt x="517" y="1694"/>
                          <a:pt x="552" y="1691"/>
                          <a:pt x="587" y="1685"/>
                        </a:cubicBezTo>
                        <a:cubicBezTo>
                          <a:pt x="1050" y="1600"/>
                          <a:pt x="1141" y="883"/>
                          <a:pt x="1199" y="505"/>
                        </a:cubicBezTo>
                        <a:cubicBezTo>
                          <a:pt x="1250" y="197"/>
                          <a:pt x="1023" y="0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8" name="Google Shape;638;p38"/>
                  <p:cNvSpPr/>
                  <p:nvPr/>
                </p:nvSpPr>
                <p:spPr>
                  <a:xfrm>
                    <a:off x="3281632" y="2152635"/>
                    <a:ext cx="30499" cy="45849"/>
                  </a:xfrm>
                  <a:custGeom>
                    <a:rect b="b" l="l" r="r" t="t"/>
                    <a:pathLst>
                      <a:path extrusionOk="0" h="1816" w="1208">
                        <a:moveTo>
                          <a:pt x="951" y="0"/>
                        </a:moveTo>
                        <a:cubicBezTo>
                          <a:pt x="876" y="0"/>
                          <a:pt x="804" y="36"/>
                          <a:pt x="765" y="122"/>
                        </a:cubicBezTo>
                        <a:cubicBezTo>
                          <a:pt x="667" y="330"/>
                          <a:pt x="556" y="526"/>
                          <a:pt x="419" y="715"/>
                        </a:cubicBezTo>
                        <a:cubicBezTo>
                          <a:pt x="295" y="904"/>
                          <a:pt x="126" y="1047"/>
                          <a:pt x="67" y="1269"/>
                        </a:cubicBezTo>
                        <a:cubicBezTo>
                          <a:pt x="1" y="1546"/>
                          <a:pt x="225" y="1815"/>
                          <a:pt x="486" y="1815"/>
                        </a:cubicBezTo>
                        <a:cubicBezTo>
                          <a:pt x="556" y="1815"/>
                          <a:pt x="629" y="1795"/>
                          <a:pt x="700" y="1751"/>
                        </a:cubicBezTo>
                        <a:cubicBezTo>
                          <a:pt x="1162" y="1464"/>
                          <a:pt x="1208" y="728"/>
                          <a:pt x="1208" y="239"/>
                        </a:cubicBezTo>
                        <a:cubicBezTo>
                          <a:pt x="1208" y="101"/>
                          <a:pt x="1075" y="0"/>
                          <a:pt x="951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9" name="Google Shape;639;p38"/>
                  <p:cNvSpPr/>
                  <p:nvPr/>
                </p:nvSpPr>
                <p:spPr>
                  <a:xfrm>
                    <a:off x="3282339" y="2198561"/>
                    <a:ext cx="37366" cy="43198"/>
                  </a:xfrm>
                  <a:custGeom>
                    <a:rect b="b" l="l" r="r" t="t"/>
                    <a:pathLst>
                      <a:path extrusionOk="0" h="1711" w="1480">
                        <a:moveTo>
                          <a:pt x="1209" y="0"/>
                        </a:moveTo>
                        <a:cubicBezTo>
                          <a:pt x="1128" y="0"/>
                          <a:pt x="1043" y="37"/>
                          <a:pt x="997" y="102"/>
                        </a:cubicBezTo>
                        <a:cubicBezTo>
                          <a:pt x="782" y="395"/>
                          <a:pt x="528" y="662"/>
                          <a:pt x="241" y="884"/>
                        </a:cubicBezTo>
                        <a:cubicBezTo>
                          <a:pt x="0" y="1086"/>
                          <a:pt x="91" y="1496"/>
                          <a:pt x="339" y="1646"/>
                        </a:cubicBezTo>
                        <a:cubicBezTo>
                          <a:pt x="416" y="1691"/>
                          <a:pt x="494" y="1711"/>
                          <a:pt x="570" y="1711"/>
                        </a:cubicBezTo>
                        <a:cubicBezTo>
                          <a:pt x="737" y="1711"/>
                          <a:pt x="892" y="1614"/>
                          <a:pt x="1004" y="1470"/>
                        </a:cubicBezTo>
                        <a:cubicBezTo>
                          <a:pt x="1304" y="1073"/>
                          <a:pt x="1480" y="662"/>
                          <a:pt x="1401" y="154"/>
                        </a:cubicBezTo>
                        <a:cubicBezTo>
                          <a:pt x="1384" y="47"/>
                          <a:pt x="1299" y="0"/>
                          <a:pt x="1209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0" name="Google Shape;640;p38"/>
                  <p:cNvSpPr/>
                  <p:nvPr/>
                </p:nvSpPr>
                <p:spPr>
                  <a:xfrm>
                    <a:off x="3284636" y="2250924"/>
                    <a:ext cx="32595" cy="36028"/>
                  </a:xfrm>
                  <a:custGeom>
                    <a:rect b="b" l="l" r="r" t="t"/>
                    <a:pathLst>
                      <a:path extrusionOk="0" h="1427" w="1291">
                        <a:moveTo>
                          <a:pt x="1100" y="1"/>
                        </a:moveTo>
                        <a:cubicBezTo>
                          <a:pt x="1071" y="1"/>
                          <a:pt x="1041" y="9"/>
                          <a:pt x="1011" y="28"/>
                        </a:cubicBezTo>
                        <a:cubicBezTo>
                          <a:pt x="939" y="68"/>
                          <a:pt x="861" y="81"/>
                          <a:pt x="789" y="120"/>
                        </a:cubicBezTo>
                        <a:cubicBezTo>
                          <a:pt x="704" y="168"/>
                          <a:pt x="625" y="228"/>
                          <a:pt x="552" y="288"/>
                        </a:cubicBezTo>
                        <a:lnTo>
                          <a:pt x="552" y="288"/>
                        </a:lnTo>
                        <a:cubicBezTo>
                          <a:pt x="552" y="288"/>
                          <a:pt x="552" y="288"/>
                          <a:pt x="552" y="288"/>
                        </a:cubicBezTo>
                        <a:lnTo>
                          <a:pt x="552" y="288"/>
                        </a:lnTo>
                        <a:cubicBezTo>
                          <a:pt x="549" y="288"/>
                          <a:pt x="483" y="335"/>
                          <a:pt x="483" y="335"/>
                        </a:cubicBezTo>
                        <a:cubicBezTo>
                          <a:pt x="444" y="361"/>
                          <a:pt x="411" y="380"/>
                          <a:pt x="372" y="400"/>
                        </a:cubicBezTo>
                        <a:cubicBezTo>
                          <a:pt x="248" y="452"/>
                          <a:pt x="150" y="543"/>
                          <a:pt x="85" y="661"/>
                        </a:cubicBezTo>
                        <a:cubicBezTo>
                          <a:pt x="0" y="817"/>
                          <a:pt x="0" y="1013"/>
                          <a:pt x="85" y="1176"/>
                        </a:cubicBezTo>
                        <a:cubicBezTo>
                          <a:pt x="163" y="1301"/>
                          <a:pt x="323" y="1426"/>
                          <a:pt x="484" y="1426"/>
                        </a:cubicBezTo>
                        <a:cubicBezTo>
                          <a:pt x="499" y="1426"/>
                          <a:pt x="514" y="1425"/>
                          <a:pt x="528" y="1423"/>
                        </a:cubicBezTo>
                        <a:cubicBezTo>
                          <a:pt x="770" y="1397"/>
                          <a:pt x="939" y="1312"/>
                          <a:pt x="1063" y="1091"/>
                        </a:cubicBezTo>
                        <a:cubicBezTo>
                          <a:pt x="1115" y="993"/>
                          <a:pt x="1167" y="895"/>
                          <a:pt x="1206" y="791"/>
                        </a:cubicBezTo>
                        <a:cubicBezTo>
                          <a:pt x="1252" y="680"/>
                          <a:pt x="1278" y="563"/>
                          <a:pt x="1284" y="446"/>
                        </a:cubicBezTo>
                        <a:cubicBezTo>
                          <a:pt x="1291" y="380"/>
                          <a:pt x="1265" y="276"/>
                          <a:pt x="1271" y="231"/>
                        </a:cubicBezTo>
                        <a:cubicBezTo>
                          <a:pt x="1287" y="118"/>
                          <a:pt x="1205" y="1"/>
                          <a:pt x="1100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1" name="Google Shape;641;p38"/>
                  <p:cNvSpPr/>
                  <p:nvPr/>
                </p:nvSpPr>
                <p:spPr>
                  <a:xfrm>
                    <a:off x="3280900" y="2303136"/>
                    <a:ext cx="46708" cy="110155"/>
                  </a:xfrm>
                  <a:custGeom>
                    <a:rect b="b" l="l" r="r" t="t"/>
                    <a:pathLst>
                      <a:path extrusionOk="0" h="4363" w="1850">
                        <a:moveTo>
                          <a:pt x="862" y="0"/>
                        </a:moveTo>
                        <a:cubicBezTo>
                          <a:pt x="440" y="0"/>
                          <a:pt x="1" y="341"/>
                          <a:pt x="188" y="822"/>
                        </a:cubicBezTo>
                        <a:cubicBezTo>
                          <a:pt x="624" y="1936"/>
                          <a:pt x="670" y="3175"/>
                          <a:pt x="1120" y="4269"/>
                        </a:cubicBezTo>
                        <a:cubicBezTo>
                          <a:pt x="1136" y="4331"/>
                          <a:pt x="1190" y="4362"/>
                          <a:pt x="1243" y="4362"/>
                        </a:cubicBezTo>
                        <a:cubicBezTo>
                          <a:pt x="1297" y="4362"/>
                          <a:pt x="1351" y="4331"/>
                          <a:pt x="1367" y="4269"/>
                        </a:cubicBezTo>
                        <a:cubicBezTo>
                          <a:pt x="1850" y="3103"/>
                          <a:pt x="1810" y="1669"/>
                          <a:pt x="1485" y="470"/>
                        </a:cubicBezTo>
                        <a:cubicBezTo>
                          <a:pt x="1396" y="139"/>
                          <a:pt x="1132" y="0"/>
                          <a:pt x="862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2" name="Google Shape;642;p38"/>
                  <p:cNvSpPr/>
                  <p:nvPr/>
                </p:nvSpPr>
                <p:spPr>
                  <a:xfrm>
                    <a:off x="3277668" y="2420915"/>
                    <a:ext cx="52086" cy="138331"/>
                  </a:xfrm>
                  <a:custGeom>
                    <a:rect b="b" l="l" r="r" t="t"/>
                    <a:pathLst>
                      <a:path extrusionOk="0" h="5479" w="2063">
                        <a:moveTo>
                          <a:pt x="640" y="0"/>
                        </a:moveTo>
                        <a:cubicBezTo>
                          <a:pt x="310" y="0"/>
                          <a:pt x="1" y="279"/>
                          <a:pt x="94" y="699"/>
                        </a:cubicBezTo>
                        <a:cubicBezTo>
                          <a:pt x="270" y="1521"/>
                          <a:pt x="570" y="2257"/>
                          <a:pt x="550" y="3117"/>
                        </a:cubicBezTo>
                        <a:cubicBezTo>
                          <a:pt x="531" y="3821"/>
                          <a:pt x="407" y="4525"/>
                          <a:pt x="531" y="5216"/>
                        </a:cubicBezTo>
                        <a:cubicBezTo>
                          <a:pt x="562" y="5396"/>
                          <a:pt x="710" y="5478"/>
                          <a:pt x="864" y="5478"/>
                        </a:cubicBezTo>
                        <a:cubicBezTo>
                          <a:pt x="995" y="5478"/>
                          <a:pt x="1130" y="5418"/>
                          <a:pt x="1202" y="5307"/>
                        </a:cubicBezTo>
                        <a:cubicBezTo>
                          <a:pt x="2062" y="3997"/>
                          <a:pt x="2030" y="1540"/>
                          <a:pt x="1130" y="263"/>
                        </a:cubicBezTo>
                        <a:cubicBezTo>
                          <a:pt x="1001" y="81"/>
                          <a:pt x="818" y="0"/>
                          <a:pt x="640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3" name="Google Shape;643;p38"/>
                  <p:cNvSpPr/>
                  <p:nvPr/>
                </p:nvSpPr>
                <p:spPr>
                  <a:xfrm>
                    <a:off x="3223260" y="2340073"/>
                    <a:ext cx="54232" cy="195416"/>
                  </a:xfrm>
                  <a:custGeom>
                    <a:rect b="b" l="l" r="r" t="t"/>
                    <a:pathLst>
                      <a:path extrusionOk="0" h="7740" w="2148">
                        <a:moveTo>
                          <a:pt x="1084" y="1"/>
                        </a:moveTo>
                        <a:cubicBezTo>
                          <a:pt x="673" y="1"/>
                          <a:pt x="261" y="271"/>
                          <a:pt x="242" y="812"/>
                        </a:cubicBezTo>
                        <a:cubicBezTo>
                          <a:pt x="170" y="3002"/>
                          <a:pt x="0" y="5818"/>
                          <a:pt x="1454" y="7623"/>
                        </a:cubicBezTo>
                        <a:cubicBezTo>
                          <a:pt x="1519" y="7704"/>
                          <a:pt x="1611" y="7739"/>
                          <a:pt x="1707" y="7739"/>
                        </a:cubicBezTo>
                        <a:cubicBezTo>
                          <a:pt x="1919" y="7739"/>
                          <a:pt x="2148" y="7567"/>
                          <a:pt x="2125" y="7343"/>
                        </a:cubicBezTo>
                        <a:cubicBezTo>
                          <a:pt x="1910" y="5153"/>
                          <a:pt x="1982" y="3009"/>
                          <a:pt x="1917" y="812"/>
                        </a:cubicBezTo>
                        <a:cubicBezTo>
                          <a:pt x="1904" y="271"/>
                          <a:pt x="1495" y="1"/>
                          <a:pt x="1084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4" name="Google Shape;644;p38"/>
                  <p:cNvSpPr/>
                  <p:nvPr/>
                </p:nvSpPr>
                <p:spPr>
                  <a:xfrm>
                    <a:off x="3264893" y="2604843"/>
                    <a:ext cx="42138" cy="127348"/>
                  </a:xfrm>
                  <a:custGeom>
                    <a:rect b="b" l="l" r="r" t="t"/>
                    <a:pathLst>
                      <a:path extrusionOk="0" h="5044" w="1669">
                        <a:moveTo>
                          <a:pt x="883" y="1"/>
                        </a:moveTo>
                        <a:cubicBezTo>
                          <a:pt x="736" y="1"/>
                          <a:pt x="594" y="68"/>
                          <a:pt x="515" y="219"/>
                        </a:cubicBezTo>
                        <a:cubicBezTo>
                          <a:pt x="183" y="857"/>
                          <a:pt x="346" y="1750"/>
                          <a:pt x="274" y="2454"/>
                        </a:cubicBezTo>
                        <a:cubicBezTo>
                          <a:pt x="189" y="3223"/>
                          <a:pt x="0" y="4155"/>
                          <a:pt x="228" y="4905"/>
                        </a:cubicBezTo>
                        <a:cubicBezTo>
                          <a:pt x="256" y="4999"/>
                          <a:pt x="328" y="5043"/>
                          <a:pt x="403" y="5043"/>
                        </a:cubicBezTo>
                        <a:cubicBezTo>
                          <a:pt x="468" y="5043"/>
                          <a:pt x="535" y="5011"/>
                          <a:pt x="580" y="4950"/>
                        </a:cubicBezTo>
                        <a:cubicBezTo>
                          <a:pt x="1102" y="4253"/>
                          <a:pt x="1219" y="3171"/>
                          <a:pt x="1349" y="2324"/>
                        </a:cubicBezTo>
                        <a:cubicBezTo>
                          <a:pt x="1441" y="1679"/>
                          <a:pt x="1669" y="805"/>
                          <a:pt x="1297" y="219"/>
                        </a:cubicBezTo>
                        <a:cubicBezTo>
                          <a:pt x="1206" y="80"/>
                          <a:pt x="1042" y="1"/>
                          <a:pt x="883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5" name="Google Shape;645;p38"/>
                  <p:cNvSpPr/>
                  <p:nvPr/>
                </p:nvSpPr>
                <p:spPr>
                  <a:xfrm>
                    <a:off x="3233965" y="2559398"/>
                    <a:ext cx="40270" cy="181151"/>
                  </a:xfrm>
                  <a:custGeom>
                    <a:rect b="b" l="l" r="r" t="t"/>
                    <a:pathLst>
                      <a:path extrusionOk="0" h="7175" w="1595">
                        <a:moveTo>
                          <a:pt x="1069" y="1"/>
                        </a:moveTo>
                        <a:cubicBezTo>
                          <a:pt x="1019" y="1"/>
                          <a:pt x="968" y="10"/>
                          <a:pt x="919" y="31"/>
                        </a:cubicBezTo>
                        <a:lnTo>
                          <a:pt x="828" y="70"/>
                        </a:lnTo>
                        <a:cubicBezTo>
                          <a:pt x="567" y="174"/>
                          <a:pt x="417" y="350"/>
                          <a:pt x="398" y="637"/>
                        </a:cubicBezTo>
                        <a:cubicBezTo>
                          <a:pt x="378" y="982"/>
                          <a:pt x="111" y="1576"/>
                          <a:pt x="72" y="2025"/>
                        </a:cubicBezTo>
                        <a:cubicBezTo>
                          <a:pt x="7" y="2657"/>
                          <a:pt x="0" y="3283"/>
                          <a:pt x="46" y="3915"/>
                        </a:cubicBezTo>
                        <a:cubicBezTo>
                          <a:pt x="111" y="4587"/>
                          <a:pt x="176" y="5277"/>
                          <a:pt x="332" y="5942"/>
                        </a:cubicBezTo>
                        <a:cubicBezTo>
                          <a:pt x="430" y="6353"/>
                          <a:pt x="476" y="6855"/>
                          <a:pt x="821" y="7141"/>
                        </a:cubicBezTo>
                        <a:cubicBezTo>
                          <a:pt x="844" y="7164"/>
                          <a:pt x="872" y="7174"/>
                          <a:pt x="900" y="7174"/>
                        </a:cubicBezTo>
                        <a:cubicBezTo>
                          <a:pt x="937" y="7174"/>
                          <a:pt x="975" y="7156"/>
                          <a:pt x="997" y="7122"/>
                        </a:cubicBezTo>
                        <a:cubicBezTo>
                          <a:pt x="1238" y="6692"/>
                          <a:pt x="1102" y="6112"/>
                          <a:pt x="1075" y="5636"/>
                        </a:cubicBezTo>
                        <a:cubicBezTo>
                          <a:pt x="1043" y="4991"/>
                          <a:pt x="1017" y="4339"/>
                          <a:pt x="1010" y="3694"/>
                        </a:cubicBezTo>
                        <a:cubicBezTo>
                          <a:pt x="1004" y="3009"/>
                          <a:pt x="997" y="2292"/>
                          <a:pt x="1167" y="1628"/>
                        </a:cubicBezTo>
                        <a:cubicBezTo>
                          <a:pt x="1232" y="1380"/>
                          <a:pt x="1258" y="1204"/>
                          <a:pt x="1408" y="1054"/>
                        </a:cubicBezTo>
                        <a:cubicBezTo>
                          <a:pt x="1551" y="911"/>
                          <a:pt x="1571" y="728"/>
                          <a:pt x="1584" y="533"/>
                        </a:cubicBezTo>
                        <a:cubicBezTo>
                          <a:pt x="1595" y="269"/>
                          <a:pt x="1337" y="1"/>
                          <a:pt x="1069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6" name="Google Shape;646;p38"/>
                  <p:cNvSpPr/>
                  <p:nvPr/>
                </p:nvSpPr>
                <p:spPr>
                  <a:xfrm>
                    <a:off x="3097199" y="1655184"/>
                    <a:ext cx="106342" cy="74834"/>
                  </a:xfrm>
                  <a:custGeom>
                    <a:rect b="b" l="l" r="r" t="t"/>
                    <a:pathLst>
                      <a:path extrusionOk="0" h="2964" w="4212">
                        <a:moveTo>
                          <a:pt x="2110" y="1"/>
                        </a:moveTo>
                        <a:cubicBezTo>
                          <a:pt x="1412" y="1"/>
                          <a:pt x="712" y="469"/>
                          <a:pt x="444" y="1106"/>
                        </a:cubicBezTo>
                        <a:cubicBezTo>
                          <a:pt x="229" y="1602"/>
                          <a:pt x="86" y="2117"/>
                          <a:pt x="1" y="2645"/>
                        </a:cubicBezTo>
                        <a:cubicBezTo>
                          <a:pt x="451" y="2182"/>
                          <a:pt x="1070" y="1921"/>
                          <a:pt x="1715" y="1921"/>
                        </a:cubicBezTo>
                        <a:cubicBezTo>
                          <a:pt x="2504" y="1928"/>
                          <a:pt x="3234" y="2312"/>
                          <a:pt x="3683" y="2964"/>
                        </a:cubicBezTo>
                        <a:cubicBezTo>
                          <a:pt x="3729" y="2847"/>
                          <a:pt x="3775" y="2736"/>
                          <a:pt x="3833" y="2619"/>
                        </a:cubicBezTo>
                        <a:cubicBezTo>
                          <a:pt x="4211" y="1823"/>
                          <a:pt x="3892" y="989"/>
                          <a:pt x="3299" y="416"/>
                        </a:cubicBezTo>
                        <a:cubicBezTo>
                          <a:pt x="3058" y="181"/>
                          <a:pt x="2738" y="90"/>
                          <a:pt x="2412" y="31"/>
                        </a:cubicBezTo>
                        <a:cubicBezTo>
                          <a:pt x="2312" y="10"/>
                          <a:pt x="2211" y="1"/>
                          <a:pt x="2110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7" name="Google Shape;647;p38"/>
                  <p:cNvSpPr/>
                  <p:nvPr/>
                </p:nvSpPr>
                <p:spPr>
                  <a:xfrm>
                    <a:off x="3104117" y="1802074"/>
                    <a:ext cx="103868" cy="80994"/>
                  </a:xfrm>
                  <a:custGeom>
                    <a:rect b="b" l="l" r="r" t="t"/>
                    <a:pathLst>
                      <a:path extrusionOk="0" h="3208" w="4114">
                        <a:moveTo>
                          <a:pt x="3312" y="1"/>
                        </a:moveTo>
                        <a:cubicBezTo>
                          <a:pt x="2855" y="574"/>
                          <a:pt x="2165" y="907"/>
                          <a:pt x="1435" y="913"/>
                        </a:cubicBezTo>
                        <a:cubicBezTo>
                          <a:pt x="920" y="913"/>
                          <a:pt x="418" y="737"/>
                          <a:pt x="1" y="424"/>
                        </a:cubicBezTo>
                        <a:lnTo>
                          <a:pt x="1" y="424"/>
                        </a:lnTo>
                        <a:cubicBezTo>
                          <a:pt x="397" y="1687"/>
                          <a:pt x="1621" y="3207"/>
                          <a:pt x="3010" y="3207"/>
                        </a:cubicBezTo>
                        <a:cubicBezTo>
                          <a:pt x="3084" y="3207"/>
                          <a:pt x="3159" y="3203"/>
                          <a:pt x="3233" y="3194"/>
                        </a:cubicBezTo>
                        <a:cubicBezTo>
                          <a:pt x="3690" y="3142"/>
                          <a:pt x="4113" y="2686"/>
                          <a:pt x="4015" y="2210"/>
                        </a:cubicBezTo>
                        <a:cubicBezTo>
                          <a:pt x="3853" y="1428"/>
                          <a:pt x="3488" y="763"/>
                          <a:pt x="3312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8" name="Google Shape;648;p38"/>
                  <p:cNvSpPr/>
                  <p:nvPr/>
                </p:nvSpPr>
                <p:spPr>
                  <a:xfrm>
                    <a:off x="3097199" y="1736910"/>
                    <a:ext cx="70617" cy="70617"/>
                  </a:xfrm>
                  <a:custGeom>
                    <a:rect b="b" l="l" r="r" t="t"/>
                    <a:pathLst>
                      <a:path extrusionOk="0" fill="none" h="2797" w="2797">
                        <a:moveTo>
                          <a:pt x="2797" y="1200"/>
                        </a:moveTo>
                        <a:cubicBezTo>
                          <a:pt x="2797" y="2262"/>
                          <a:pt x="1506" y="2797"/>
                          <a:pt x="757" y="2041"/>
                        </a:cubicBezTo>
                        <a:cubicBezTo>
                          <a:pt x="1" y="1291"/>
                          <a:pt x="535" y="1"/>
                          <a:pt x="1604" y="7"/>
                        </a:cubicBezTo>
                        <a:cubicBezTo>
                          <a:pt x="2263" y="7"/>
                          <a:pt x="2797" y="542"/>
                          <a:pt x="2797" y="1200"/>
                        </a:cubicBezTo>
                        <a:close/>
                      </a:path>
                    </a:pathLst>
                  </a:custGeom>
                  <a:noFill/>
                  <a:ln cap="flat" cmpd="sng" w="10275">
                    <a:solidFill>
                      <a:srgbClr val="445D73"/>
                    </a:solidFill>
                    <a:prstDash val="solid"/>
                    <a:miter lim="651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9" name="Google Shape;649;p38"/>
                  <p:cNvSpPr/>
                  <p:nvPr/>
                </p:nvSpPr>
                <p:spPr>
                  <a:xfrm>
                    <a:off x="3227527" y="1655184"/>
                    <a:ext cx="106342" cy="74834"/>
                  </a:xfrm>
                  <a:custGeom>
                    <a:rect b="b" l="l" r="r" t="t"/>
                    <a:pathLst>
                      <a:path extrusionOk="0" h="2964" w="4212">
                        <a:moveTo>
                          <a:pt x="2102" y="1"/>
                        </a:moveTo>
                        <a:cubicBezTo>
                          <a:pt x="2001" y="1"/>
                          <a:pt x="1900" y="10"/>
                          <a:pt x="1800" y="31"/>
                        </a:cubicBezTo>
                        <a:cubicBezTo>
                          <a:pt x="1474" y="90"/>
                          <a:pt x="1154" y="181"/>
                          <a:pt x="913" y="416"/>
                        </a:cubicBezTo>
                        <a:cubicBezTo>
                          <a:pt x="320" y="989"/>
                          <a:pt x="1" y="1823"/>
                          <a:pt x="385" y="2619"/>
                        </a:cubicBezTo>
                        <a:cubicBezTo>
                          <a:pt x="438" y="2729"/>
                          <a:pt x="483" y="2847"/>
                          <a:pt x="529" y="2964"/>
                        </a:cubicBezTo>
                        <a:cubicBezTo>
                          <a:pt x="978" y="2312"/>
                          <a:pt x="1715" y="1928"/>
                          <a:pt x="2497" y="1921"/>
                        </a:cubicBezTo>
                        <a:cubicBezTo>
                          <a:pt x="3142" y="1921"/>
                          <a:pt x="3761" y="2182"/>
                          <a:pt x="4211" y="2645"/>
                        </a:cubicBezTo>
                        <a:cubicBezTo>
                          <a:pt x="4126" y="2117"/>
                          <a:pt x="3983" y="1602"/>
                          <a:pt x="3775" y="1106"/>
                        </a:cubicBezTo>
                        <a:cubicBezTo>
                          <a:pt x="3501" y="469"/>
                          <a:pt x="2801" y="1"/>
                          <a:pt x="2102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0" name="Google Shape;650;p38"/>
                  <p:cNvSpPr/>
                  <p:nvPr/>
                </p:nvSpPr>
                <p:spPr>
                  <a:xfrm>
                    <a:off x="3223083" y="1802074"/>
                    <a:ext cx="103868" cy="80994"/>
                  </a:xfrm>
                  <a:custGeom>
                    <a:rect b="b" l="l" r="r" t="t"/>
                    <a:pathLst>
                      <a:path extrusionOk="0" h="3208" w="4114">
                        <a:moveTo>
                          <a:pt x="803" y="1"/>
                        </a:moveTo>
                        <a:cubicBezTo>
                          <a:pt x="627" y="763"/>
                          <a:pt x="255" y="1428"/>
                          <a:pt x="99" y="2210"/>
                        </a:cubicBezTo>
                        <a:cubicBezTo>
                          <a:pt x="1" y="2686"/>
                          <a:pt x="425" y="3142"/>
                          <a:pt x="881" y="3194"/>
                        </a:cubicBezTo>
                        <a:cubicBezTo>
                          <a:pt x="956" y="3203"/>
                          <a:pt x="1030" y="3207"/>
                          <a:pt x="1104" y="3207"/>
                        </a:cubicBezTo>
                        <a:cubicBezTo>
                          <a:pt x="2493" y="3207"/>
                          <a:pt x="3717" y="1687"/>
                          <a:pt x="4113" y="424"/>
                        </a:cubicBezTo>
                        <a:lnTo>
                          <a:pt x="4113" y="424"/>
                        </a:lnTo>
                        <a:cubicBezTo>
                          <a:pt x="3696" y="737"/>
                          <a:pt x="3194" y="913"/>
                          <a:pt x="2680" y="913"/>
                        </a:cubicBezTo>
                        <a:cubicBezTo>
                          <a:pt x="1950" y="907"/>
                          <a:pt x="1259" y="574"/>
                          <a:pt x="803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1" name="Google Shape;651;p38"/>
                  <p:cNvSpPr/>
                  <p:nvPr/>
                </p:nvSpPr>
                <p:spPr>
                  <a:xfrm>
                    <a:off x="3263252" y="1736910"/>
                    <a:ext cx="70617" cy="70617"/>
                  </a:xfrm>
                  <a:custGeom>
                    <a:rect b="b" l="l" r="r" t="t"/>
                    <a:pathLst>
                      <a:path extrusionOk="0" fill="none" h="2797" w="2797">
                        <a:moveTo>
                          <a:pt x="0" y="1200"/>
                        </a:moveTo>
                        <a:cubicBezTo>
                          <a:pt x="0" y="2262"/>
                          <a:pt x="1291" y="2797"/>
                          <a:pt x="2040" y="2041"/>
                        </a:cubicBezTo>
                        <a:cubicBezTo>
                          <a:pt x="2796" y="1291"/>
                          <a:pt x="2262" y="7"/>
                          <a:pt x="1199" y="7"/>
                        </a:cubicBezTo>
                        <a:cubicBezTo>
                          <a:pt x="541" y="1"/>
                          <a:pt x="7" y="535"/>
                          <a:pt x="0" y="1200"/>
                        </a:cubicBezTo>
                        <a:close/>
                      </a:path>
                    </a:pathLst>
                  </a:custGeom>
                  <a:noFill/>
                  <a:ln cap="flat" cmpd="sng" w="10275">
                    <a:solidFill>
                      <a:srgbClr val="445D73"/>
                    </a:solidFill>
                    <a:prstDash val="solid"/>
                    <a:miter lim="651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52" name="Google Shape;652;p38"/>
              <p:cNvSpPr/>
              <p:nvPr/>
            </p:nvSpPr>
            <p:spPr>
              <a:xfrm>
                <a:off x="3010499" y="1542757"/>
                <a:ext cx="406788" cy="325163"/>
              </a:xfrm>
              <a:custGeom>
                <a:rect b="b" l="l" r="r" t="t"/>
                <a:pathLst>
                  <a:path extrusionOk="0" h="12879" w="16112">
                    <a:moveTo>
                      <a:pt x="1004" y="8740"/>
                    </a:moveTo>
                    <a:cubicBezTo>
                      <a:pt x="1006" y="8824"/>
                      <a:pt x="1024" y="8949"/>
                      <a:pt x="1054" y="9103"/>
                    </a:cubicBezTo>
                    <a:lnTo>
                      <a:pt x="1054" y="9103"/>
                    </a:lnTo>
                    <a:cubicBezTo>
                      <a:pt x="1030" y="8968"/>
                      <a:pt x="1013" y="8846"/>
                      <a:pt x="1004" y="8740"/>
                    </a:cubicBezTo>
                    <a:close/>
                    <a:moveTo>
                      <a:pt x="8530" y="0"/>
                    </a:moveTo>
                    <a:cubicBezTo>
                      <a:pt x="7378" y="0"/>
                      <a:pt x="6098" y="274"/>
                      <a:pt x="4699" y="906"/>
                    </a:cubicBezTo>
                    <a:cubicBezTo>
                      <a:pt x="0" y="3031"/>
                      <a:pt x="1004" y="8740"/>
                      <a:pt x="1004" y="8740"/>
                    </a:cubicBezTo>
                    <a:cubicBezTo>
                      <a:pt x="952" y="6113"/>
                      <a:pt x="4048" y="3448"/>
                      <a:pt x="4048" y="3448"/>
                    </a:cubicBezTo>
                    <a:cubicBezTo>
                      <a:pt x="6231" y="4790"/>
                      <a:pt x="13544" y="6504"/>
                      <a:pt x="14215" y="6726"/>
                    </a:cubicBezTo>
                    <a:cubicBezTo>
                      <a:pt x="14557" y="6840"/>
                      <a:pt x="14772" y="11921"/>
                      <a:pt x="14748" y="12624"/>
                    </a:cubicBezTo>
                    <a:lnTo>
                      <a:pt x="14748" y="12624"/>
                    </a:lnTo>
                    <a:lnTo>
                      <a:pt x="15206" y="9548"/>
                    </a:lnTo>
                    <a:cubicBezTo>
                      <a:pt x="15206" y="9548"/>
                      <a:pt x="16112" y="6166"/>
                      <a:pt x="14437" y="3441"/>
                    </a:cubicBezTo>
                    <a:cubicBezTo>
                      <a:pt x="13260" y="1523"/>
                      <a:pt x="11251" y="0"/>
                      <a:pt x="8530" y="0"/>
                    </a:cubicBezTo>
                    <a:close/>
                    <a:moveTo>
                      <a:pt x="14748" y="12624"/>
                    </a:moveTo>
                    <a:lnTo>
                      <a:pt x="14736" y="12703"/>
                    </a:lnTo>
                    <a:cubicBezTo>
                      <a:pt x="14737" y="12704"/>
                      <a:pt x="14738" y="12705"/>
                      <a:pt x="14739" y="12705"/>
                    </a:cubicBezTo>
                    <a:cubicBezTo>
                      <a:pt x="14743" y="12705"/>
                      <a:pt x="14746" y="12677"/>
                      <a:pt x="14748" y="12624"/>
                    </a:cubicBezTo>
                    <a:close/>
                    <a:moveTo>
                      <a:pt x="1054" y="9103"/>
                    </a:moveTo>
                    <a:lnTo>
                      <a:pt x="1054" y="9103"/>
                    </a:lnTo>
                    <a:cubicBezTo>
                      <a:pt x="1283" y="10402"/>
                      <a:pt x="2112" y="12879"/>
                      <a:pt x="2112" y="12879"/>
                    </a:cubicBezTo>
                    <a:cubicBezTo>
                      <a:pt x="2112" y="12879"/>
                      <a:pt x="1271" y="10220"/>
                      <a:pt x="1054" y="9103"/>
                    </a:cubicBezTo>
                    <a:close/>
                  </a:path>
                </a:pathLst>
              </a:custGeom>
              <a:solidFill>
                <a:srgbClr val="BECB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3" name="Google Shape;653;p38"/>
          <p:cNvGrpSpPr/>
          <p:nvPr/>
        </p:nvGrpSpPr>
        <p:grpSpPr>
          <a:xfrm>
            <a:off x="4336649" y="1849432"/>
            <a:ext cx="550774" cy="1310497"/>
            <a:chOff x="1924124" y="3050537"/>
            <a:chExt cx="550774" cy="1310497"/>
          </a:xfrm>
        </p:grpSpPr>
        <p:sp>
          <p:nvSpPr>
            <p:cNvPr id="654" name="Google Shape;654;p38"/>
            <p:cNvSpPr/>
            <p:nvPr/>
          </p:nvSpPr>
          <p:spPr>
            <a:xfrm>
              <a:off x="1972978" y="4311978"/>
              <a:ext cx="453041" cy="49056"/>
            </a:xfrm>
            <a:custGeom>
              <a:rect b="b" l="l" r="r" t="t"/>
              <a:pathLst>
                <a:path extrusionOk="0" h="1943" w="17944">
                  <a:moveTo>
                    <a:pt x="8969" y="0"/>
                  </a:moveTo>
                  <a:cubicBezTo>
                    <a:pt x="4016" y="0"/>
                    <a:pt x="1" y="437"/>
                    <a:pt x="1" y="972"/>
                  </a:cubicBezTo>
                  <a:cubicBezTo>
                    <a:pt x="1" y="1506"/>
                    <a:pt x="4016" y="1943"/>
                    <a:pt x="8969" y="1943"/>
                  </a:cubicBezTo>
                  <a:cubicBezTo>
                    <a:pt x="13922" y="1943"/>
                    <a:pt x="17944" y="1506"/>
                    <a:pt x="17944" y="972"/>
                  </a:cubicBezTo>
                  <a:cubicBezTo>
                    <a:pt x="17944" y="437"/>
                    <a:pt x="13922" y="0"/>
                    <a:pt x="8969" y="0"/>
                  </a:cubicBezTo>
                  <a:close/>
                </a:path>
              </a:pathLst>
            </a:custGeom>
            <a:solidFill>
              <a:srgbClr val="778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1924124" y="3050537"/>
              <a:ext cx="550774" cy="1278256"/>
            </a:xfrm>
            <a:custGeom>
              <a:rect b="b" l="l" r="r" t="t"/>
              <a:pathLst>
                <a:path extrusionOk="0" h="50629" w="21815">
                  <a:moveTo>
                    <a:pt x="3780" y="7802"/>
                  </a:moveTo>
                  <a:lnTo>
                    <a:pt x="3780" y="7834"/>
                  </a:lnTo>
                  <a:lnTo>
                    <a:pt x="3761" y="7834"/>
                  </a:lnTo>
                  <a:cubicBezTo>
                    <a:pt x="3761" y="7821"/>
                    <a:pt x="3774" y="7815"/>
                    <a:pt x="3780" y="7802"/>
                  </a:cubicBezTo>
                  <a:close/>
                  <a:moveTo>
                    <a:pt x="10695" y="0"/>
                  </a:moveTo>
                  <a:cubicBezTo>
                    <a:pt x="6752" y="0"/>
                    <a:pt x="3565" y="3187"/>
                    <a:pt x="3559" y="7130"/>
                  </a:cubicBezTo>
                  <a:cubicBezTo>
                    <a:pt x="3565" y="7365"/>
                    <a:pt x="3578" y="7600"/>
                    <a:pt x="3604" y="7834"/>
                  </a:cubicBezTo>
                  <a:cubicBezTo>
                    <a:pt x="2972" y="7906"/>
                    <a:pt x="2549" y="8512"/>
                    <a:pt x="2698" y="9131"/>
                  </a:cubicBezTo>
                  <a:cubicBezTo>
                    <a:pt x="2820" y="9609"/>
                    <a:pt x="3251" y="9920"/>
                    <a:pt x="3713" y="9920"/>
                  </a:cubicBezTo>
                  <a:cubicBezTo>
                    <a:pt x="3843" y="9920"/>
                    <a:pt x="3977" y="9895"/>
                    <a:pt x="4106" y="9842"/>
                  </a:cubicBezTo>
                  <a:cubicBezTo>
                    <a:pt x="4836" y="12044"/>
                    <a:pt x="6687" y="13804"/>
                    <a:pt x="8753" y="14560"/>
                  </a:cubicBezTo>
                  <a:lnTo>
                    <a:pt x="8890" y="14606"/>
                  </a:lnTo>
                  <a:lnTo>
                    <a:pt x="8890" y="16620"/>
                  </a:lnTo>
                  <a:lnTo>
                    <a:pt x="5651" y="16620"/>
                  </a:lnTo>
                  <a:cubicBezTo>
                    <a:pt x="5651" y="16620"/>
                    <a:pt x="5644" y="16685"/>
                    <a:pt x="5625" y="16698"/>
                  </a:cubicBezTo>
                  <a:cubicBezTo>
                    <a:pt x="5051" y="16705"/>
                    <a:pt x="4536" y="17076"/>
                    <a:pt x="4360" y="17623"/>
                  </a:cubicBezTo>
                  <a:lnTo>
                    <a:pt x="215" y="33239"/>
                  </a:lnTo>
                  <a:cubicBezTo>
                    <a:pt x="0" y="33872"/>
                    <a:pt x="293" y="34563"/>
                    <a:pt x="900" y="34849"/>
                  </a:cubicBezTo>
                  <a:cubicBezTo>
                    <a:pt x="1081" y="34936"/>
                    <a:pt x="1273" y="34977"/>
                    <a:pt x="1463" y="34977"/>
                  </a:cubicBezTo>
                  <a:cubicBezTo>
                    <a:pt x="1903" y="34977"/>
                    <a:pt x="2331" y="34756"/>
                    <a:pt x="2581" y="34360"/>
                  </a:cubicBezTo>
                  <a:cubicBezTo>
                    <a:pt x="2620" y="34387"/>
                    <a:pt x="2672" y="34413"/>
                    <a:pt x="2724" y="34419"/>
                  </a:cubicBezTo>
                  <a:cubicBezTo>
                    <a:pt x="2755" y="34427"/>
                    <a:pt x="2786" y="34430"/>
                    <a:pt x="2817" y="34430"/>
                  </a:cubicBezTo>
                  <a:cubicBezTo>
                    <a:pt x="2998" y="34430"/>
                    <a:pt x="3162" y="34303"/>
                    <a:pt x="3207" y="34119"/>
                  </a:cubicBezTo>
                  <a:lnTo>
                    <a:pt x="3565" y="32542"/>
                  </a:lnTo>
                  <a:cubicBezTo>
                    <a:pt x="3604" y="32347"/>
                    <a:pt x="3481" y="32040"/>
                    <a:pt x="3298" y="31949"/>
                  </a:cubicBezTo>
                  <a:lnTo>
                    <a:pt x="6335" y="20954"/>
                  </a:lnTo>
                  <a:cubicBezTo>
                    <a:pt x="6335" y="22844"/>
                    <a:pt x="6381" y="26507"/>
                    <a:pt x="6453" y="30567"/>
                  </a:cubicBezTo>
                  <a:lnTo>
                    <a:pt x="6407" y="30567"/>
                  </a:lnTo>
                  <a:lnTo>
                    <a:pt x="6466" y="32360"/>
                  </a:lnTo>
                  <a:lnTo>
                    <a:pt x="6485" y="32360"/>
                  </a:lnTo>
                  <a:cubicBezTo>
                    <a:pt x="6622" y="40194"/>
                    <a:pt x="6804" y="48732"/>
                    <a:pt x="6804" y="48732"/>
                  </a:cubicBezTo>
                  <a:cubicBezTo>
                    <a:pt x="6804" y="48732"/>
                    <a:pt x="4517" y="49090"/>
                    <a:pt x="4517" y="50622"/>
                  </a:cubicBezTo>
                  <a:lnTo>
                    <a:pt x="8936" y="50622"/>
                  </a:lnTo>
                  <a:lnTo>
                    <a:pt x="10630" y="33428"/>
                  </a:lnTo>
                  <a:lnTo>
                    <a:pt x="10669" y="33461"/>
                  </a:lnTo>
                  <a:lnTo>
                    <a:pt x="11034" y="33461"/>
                  </a:lnTo>
                  <a:lnTo>
                    <a:pt x="11041" y="33455"/>
                  </a:lnTo>
                  <a:lnTo>
                    <a:pt x="12892" y="50628"/>
                  </a:lnTo>
                  <a:lnTo>
                    <a:pt x="17311" y="50628"/>
                  </a:lnTo>
                  <a:cubicBezTo>
                    <a:pt x="17311" y="49097"/>
                    <a:pt x="15023" y="48738"/>
                    <a:pt x="15023" y="48738"/>
                  </a:cubicBezTo>
                  <a:cubicBezTo>
                    <a:pt x="15023" y="48738"/>
                    <a:pt x="15193" y="40102"/>
                    <a:pt x="15316" y="32216"/>
                  </a:cubicBezTo>
                  <a:cubicBezTo>
                    <a:pt x="15323" y="31897"/>
                    <a:pt x="15356" y="30574"/>
                    <a:pt x="15356" y="30574"/>
                  </a:cubicBezTo>
                  <a:lnTo>
                    <a:pt x="15343" y="30574"/>
                  </a:lnTo>
                  <a:cubicBezTo>
                    <a:pt x="15408" y="26481"/>
                    <a:pt x="15453" y="22779"/>
                    <a:pt x="15453" y="20863"/>
                  </a:cubicBezTo>
                  <a:lnTo>
                    <a:pt x="18510" y="31929"/>
                  </a:lnTo>
                  <a:cubicBezTo>
                    <a:pt x="18301" y="31995"/>
                    <a:pt x="18158" y="32334"/>
                    <a:pt x="18204" y="32542"/>
                  </a:cubicBezTo>
                  <a:lnTo>
                    <a:pt x="18562" y="34119"/>
                  </a:lnTo>
                  <a:cubicBezTo>
                    <a:pt x="18605" y="34315"/>
                    <a:pt x="18775" y="34433"/>
                    <a:pt x="18952" y="34433"/>
                  </a:cubicBezTo>
                  <a:cubicBezTo>
                    <a:pt x="19046" y="34433"/>
                    <a:pt x="19141" y="34400"/>
                    <a:pt x="19220" y="34328"/>
                  </a:cubicBezTo>
                  <a:cubicBezTo>
                    <a:pt x="19463" y="34748"/>
                    <a:pt x="19903" y="34984"/>
                    <a:pt x="20358" y="34984"/>
                  </a:cubicBezTo>
                  <a:cubicBezTo>
                    <a:pt x="20538" y="34984"/>
                    <a:pt x="20721" y="34947"/>
                    <a:pt x="20895" y="34869"/>
                  </a:cubicBezTo>
                  <a:cubicBezTo>
                    <a:pt x="21508" y="34589"/>
                    <a:pt x="21814" y="33891"/>
                    <a:pt x="21599" y="33252"/>
                  </a:cubicBezTo>
                  <a:lnTo>
                    <a:pt x="21599" y="33246"/>
                  </a:lnTo>
                  <a:lnTo>
                    <a:pt x="17291" y="17663"/>
                  </a:lnTo>
                  <a:cubicBezTo>
                    <a:pt x="17122" y="17141"/>
                    <a:pt x="16653" y="16744"/>
                    <a:pt x="16138" y="16705"/>
                  </a:cubicBezTo>
                  <a:cubicBezTo>
                    <a:pt x="16125" y="16691"/>
                    <a:pt x="16112" y="16626"/>
                    <a:pt x="16112" y="16626"/>
                  </a:cubicBezTo>
                  <a:lnTo>
                    <a:pt x="12631" y="16626"/>
                  </a:lnTo>
                  <a:lnTo>
                    <a:pt x="12631" y="14704"/>
                  </a:lnTo>
                  <a:lnTo>
                    <a:pt x="12664" y="14691"/>
                  </a:lnTo>
                  <a:lnTo>
                    <a:pt x="12703" y="14678"/>
                  </a:lnTo>
                  <a:cubicBezTo>
                    <a:pt x="14899" y="14013"/>
                    <a:pt x="16913" y="12194"/>
                    <a:pt x="17695" y="9887"/>
                  </a:cubicBezTo>
                  <a:cubicBezTo>
                    <a:pt x="17774" y="9907"/>
                    <a:pt x="17858" y="9920"/>
                    <a:pt x="17950" y="9920"/>
                  </a:cubicBezTo>
                  <a:cubicBezTo>
                    <a:pt x="17954" y="9920"/>
                    <a:pt x="17958" y="9920"/>
                    <a:pt x="17962" y="9920"/>
                  </a:cubicBezTo>
                  <a:cubicBezTo>
                    <a:pt x="18511" y="9920"/>
                    <a:pt x="18973" y="9492"/>
                    <a:pt x="19005" y="8936"/>
                  </a:cubicBezTo>
                  <a:cubicBezTo>
                    <a:pt x="19038" y="8375"/>
                    <a:pt x="18627" y="7893"/>
                    <a:pt x="18067" y="7834"/>
                  </a:cubicBezTo>
                  <a:lnTo>
                    <a:pt x="18067" y="7828"/>
                  </a:lnTo>
                  <a:cubicBezTo>
                    <a:pt x="18067" y="7815"/>
                    <a:pt x="18054" y="7802"/>
                    <a:pt x="18054" y="7789"/>
                  </a:cubicBezTo>
                  <a:cubicBezTo>
                    <a:pt x="18041" y="6061"/>
                    <a:pt x="17637" y="4295"/>
                    <a:pt x="16692" y="2992"/>
                  </a:cubicBezTo>
                  <a:cubicBezTo>
                    <a:pt x="17656" y="2464"/>
                    <a:pt x="17774" y="1786"/>
                    <a:pt x="18158" y="1147"/>
                  </a:cubicBezTo>
                  <a:lnTo>
                    <a:pt x="18158" y="1147"/>
                  </a:lnTo>
                  <a:cubicBezTo>
                    <a:pt x="17949" y="1170"/>
                    <a:pt x="17738" y="1181"/>
                    <a:pt x="17526" y="1181"/>
                  </a:cubicBezTo>
                  <a:cubicBezTo>
                    <a:pt x="15283" y="1181"/>
                    <a:pt x="12905" y="0"/>
                    <a:pt x="10695" y="0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6" name="Google Shape;656;p38"/>
            <p:cNvGrpSpPr/>
            <p:nvPr/>
          </p:nvGrpSpPr>
          <p:grpSpPr>
            <a:xfrm>
              <a:off x="1959824" y="3177406"/>
              <a:ext cx="474931" cy="1079811"/>
              <a:chOff x="1959824" y="3177406"/>
              <a:chExt cx="474931" cy="1079811"/>
            </a:xfrm>
          </p:grpSpPr>
          <p:sp>
            <p:nvSpPr>
              <p:cNvPr id="657" name="Google Shape;657;p38"/>
              <p:cNvSpPr/>
              <p:nvPr/>
            </p:nvSpPr>
            <p:spPr>
              <a:xfrm>
                <a:off x="2214193" y="3532512"/>
                <a:ext cx="208368" cy="330439"/>
              </a:xfrm>
              <a:custGeom>
                <a:rect b="b" l="l" r="r" t="t"/>
                <a:pathLst>
                  <a:path extrusionOk="0" h="13088" w="8253">
                    <a:moveTo>
                      <a:pt x="2439" y="0"/>
                    </a:moveTo>
                    <a:cubicBezTo>
                      <a:pt x="2335" y="0"/>
                      <a:pt x="2230" y="11"/>
                      <a:pt x="2126" y="33"/>
                    </a:cubicBezTo>
                    <a:cubicBezTo>
                      <a:pt x="1273" y="202"/>
                      <a:pt x="510" y="1030"/>
                      <a:pt x="86" y="1740"/>
                    </a:cubicBezTo>
                    <a:cubicBezTo>
                      <a:pt x="1" y="1898"/>
                      <a:pt x="130" y="2037"/>
                      <a:pt x="263" y="2037"/>
                    </a:cubicBezTo>
                    <a:cubicBezTo>
                      <a:pt x="323" y="2037"/>
                      <a:pt x="383" y="2009"/>
                      <a:pt x="425" y="1942"/>
                    </a:cubicBezTo>
                    <a:cubicBezTo>
                      <a:pt x="790" y="1329"/>
                      <a:pt x="1475" y="560"/>
                      <a:pt x="2205" y="417"/>
                    </a:cubicBezTo>
                    <a:cubicBezTo>
                      <a:pt x="2284" y="400"/>
                      <a:pt x="2364" y="391"/>
                      <a:pt x="2444" y="391"/>
                    </a:cubicBezTo>
                    <a:cubicBezTo>
                      <a:pt x="2693" y="391"/>
                      <a:pt x="2939" y="474"/>
                      <a:pt x="3137" y="632"/>
                    </a:cubicBezTo>
                    <a:cubicBezTo>
                      <a:pt x="4570" y="1688"/>
                      <a:pt x="5216" y="3598"/>
                      <a:pt x="5776" y="5273"/>
                    </a:cubicBezTo>
                    <a:lnTo>
                      <a:pt x="5854" y="5501"/>
                    </a:lnTo>
                    <a:cubicBezTo>
                      <a:pt x="6650" y="7867"/>
                      <a:pt x="7223" y="10265"/>
                      <a:pt x="7849" y="12937"/>
                    </a:cubicBezTo>
                    <a:cubicBezTo>
                      <a:pt x="7868" y="13022"/>
                      <a:pt x="7947" y="13087"/>
                      <a:pt x="8038" y="13087"/>
                    </a:cubicBezTo>
                    <a:cubicBezTo>
                      <a:pt x="8051" y="13087"/>
                      <a:pt x="8064" y="13087"/>
                      <a:pt x="8077" y="13081"/>
                    </a:cubicBezTo>
                    <a:cubicBezTo>
                      <a:pt x="8188" y="13061"/>
                      <a:pt x="8253" y="12950"/>
                      <a:pt x="8227" y="12846"/>
                    </a:cubicBezTo>
                    <a:cubicBezTo>
                      <a:pt x="7608" y="10167"/>
                      <a:pt x="7021" y="7756"/>
                      <a:pt x="6226" y="5377"/>
                    </a:cubicBezTo>
                    <a:lnTo>
                      <a:pt x="6148" y="5149"/>
                    </a:lnTo>
                    <a:cubicBezTo>
                      <a:pt x="5568" y="3409"/>
                      <a:pt x="4903" y="1447"/>
                      <a:pt x="3365" y="313"/>
                    </a:cubicBezTo>
                    <a:cubicBezTo>
                      <a:pt x="3097" y="109"/>
                      <a:pt x="2772" y="0"/>
                      <a:pt x="243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38"/>
              <p:cNvSpPr/>
              <p:nvPr/>
            </p:nvSpPr>
            <p:spPr>
              <a:xfrm>
                <a:off x="2369061" y="3697530"/>
                <a:ext cx="14517" cy="91850"/>
              </a:xfrm>
              <a:custGeom>
                <a:rect b="b" l="l" r="r" t="t"/>
                <a:pathLst>
                  <a:path extrusionOk="0" h="3638" w="575">
                    <a:moveTo>
                      <a:pt x="353" y="1"/>
                    </a:moveTo>
                    <a:cubicBezTo>
                      <a:pt x="242" y="8"/>
                      <a:pt x="157" y="99"/>
                      <a:pt x="164" y="210"/>
                    </a:cubicBezTo>
                    <a:cubicBezTo>
                      <a:pt x="170" y="607"/>
                      <a:pt x="157" y="1005"/>
                      <a:pt x="111" y="1402"/>
                    </a:cubicBezTo>
                    <a:cubicBezTo>
                      <a:pt x="59" y="2074"/>
                      <a:pt x="1" y="2771"/>
                      <a:pt x="170" y="3488"/>
                    </a:cubicBezTo>
                    <a:cubicBezTo>
                      <a:pt x="190" y="3573"/>
                      <a:pt x="268" y="3638"/>
                      <a:pt x="359" y="3638"/>
                    </a:cubicBezTo>
                    <a:cubicBezTo>
                      <a:pt x="372" y="3638"/>
                      <a:pt x="392" y="3638"/>
                      <a:pt x="405" y="3631"/>
                    </a:cubicBezTo>
                    <a:cubicBezTo>
                      <a:pt x="509" y="3605"/>
                      <a:pt x="574" y="3501"/>
                      <a:pt x="548" y="3397"/>
                    </a:cubicBezTo>
                    <a:cubicBezTo>
                      <a:pt x="398" y="2738"/>
                      <a:pt x="450" y="2080"/>
                      <a:pt x="509" y="1435"/>
                    </a:cubicBezTo>
                    <a:cubicBezTo>
                      <a:pt x="548" y="1024"/>
                      <a:pt x="568" y="607"/>
                      <a:pt x="555" y="190"/>
                    </a:cubicBezTo>
                    <a:cubicBezTo>
                      <a:pt x="548" y="86"/>
                      <a:pt x="457" y="1"/>
                      <a:pt x="353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38"/>
              <p:cNvSpPr/>
              <p:nvPr/>
            </p:nvSpPr>
            <p:spPr>
              <a:xfrm>
                <a:off x="2392238" y="3774560"/>
                <a:ext cx="37745" cy="41658"/>
              </a:xfrm>
              <a:custGeom>
                <a:rect b="b" l="l" r="r" t="t"/>
                <a:pathLst>
                  <a:path extrusionOk="0" h="1650" w="1495">
                    <a:moveTo>
                      <a:pt x="264" y="1"/>
                    </a:moveTo>
                    <a:cubicBezTo>
                      <a:pt x="46" y="1"/>
                      <a:pt x="0" y="349"/>
                      <a:pt x="249" y="391"/>
                    </a:cubicBezTo>
                    <a:cubicBezTo>
                      <a:pt x="777" y="489"/>
                      <a:pt x="1090" y="887"/>
                      <a:pt x="1064" y="1441"/>
                    </a:cubicBezTo>
                    <a:cubicBezTo>
                      <a:pt x="1057" y="1545"/>
                      <a:pt x="1136" y="1643"/>
                      <a:pt x="1247" y="1649"/>
                    </a:cubicBezTo>
                    <a:lnTo>
                      <a:pt x="1260" y="1649"/>
                    </a:lnTo>
                    <a:cubicBezTo>
                      <a:pt x="1364" y="1649"/>
                      <a:pt x="1455" y="1564"/>
                      <a:pt x="1455" y="1460"/>
                    </a:cubicBezTo>
                    <a:cubicBezTo>
                      <a:pt x="1494" y="711"/>
                      <a:pt x="1051" y="137"/>
                      <a:pt x="314" y="7"/>
                    </a:cubicBezTo>
                    <a:cubicBezTo>
                      <a:pt x="297" y="3"/>
                      <a:pt x="280" y="1"/>
                      <a:pt x="26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2342072" y="3613405"/>
                <a:ext cx="19415" cy="47137"/>
              </a:xfrm>
              <a:custGeom>
                <a:rect b="b" l="l" r="r" t="t"/>
                <a:pathLst>
                  <a:path extrusionOk="0" h="1867" w="769">
                    <a:moveTo>
                      <a:pt x="496" y="1"/>
                    </a:moveTo>
                    <a:cubicBezTo>
                      <a:pt x="438" y="1"/>
                      <a:pt x="380" y="28"/>
                      <a:pt x="340" y="94"/>
                    </a:cubicBezTo>
                    <a:cubicBezTo>
                      <a:pt x="1" y="628"/>
                      <a:pt x="1" y="1260"/>
                      <a:pt x="33" y="1684"/>
                    </a:cubicBezTo>
                    <a:cubicBezTo>
                      <a:pt x="40" y="1788"/>
                      <a:pt x="131" y="1867"/>
                      <a:pt x="229" y="1867"/>
                    </a:cubicBezTo>
                    <a:lnTo>
                      <a:pt x="242" y="1867"/>
                    </a:lnTo>
                    <a:cubicBezTo>
                      <a:pt x="353" y="1860"/>
                      <a:pt x="431" y="1762"/>
                      <a:pt x="424" y="1658"/>
                    </a:cubicBezTo>
                    <a:cubicBezTo>
                      <a:pt x="385" y="1058"/>
                      <a:pt x="457" y="641"/>
                      <a:pt x="672" y="309"/>
                    </a:cubicBezTo>
                    <a:cubicBezTo>
                      <a:pt x="768" y="153"/>
                      <a:pt x="633" y="1"/>
                      <a:pt x="49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2199246" y="3657891"/>
                <a:ext cx="59104" cy="412393"/>
              </a:xfrm>
              <a:custGeom>
                <a:rect b="b" l="l" r="r" t="t"/>
                <a:pathLst>
                  <a:path extrusionOk="0" h="16334" w="2341">
                    <a:moveTo>
                      <a:pt x="196" y="0"/>
                    </a:moveTo>
                    <a:cubicBezTo>
                      <a:pt x="98" y="0"/>
                      <a:pt x="1" y="65"/>
                      <a:pt x="1" y="196"/>
                    </a:cubicBezTo>
                    <a:lnTo>
                      <a:pt x="1" y="352"/>
                    </a:lnTo>
                    <a:cubicBezTo>
                      <a:pt x="1" y="2451"/>
                      <a:pt x="1" y="4106"/>
                      <a:pt x="750" y="6075"/>
                    </a:cubicBezTo>
                    <a:cubicBezTo>
                      <a:pt x="1271" y="7430"/>
                      <a:pt x="1617" y="8942"/>
                      <a:pt x="1845" y="10845"/>
                    </a:cubicBezTo>
                    <a:cubicBezTo>
                      <a:pt x="1936" y="11582"/>
                      <a:pt x="1695" y="12286"/>
                      <a:pt x="1434" y="13022"/>
                    </a:cubicBezTo>
                    <a:cubicBezTo>
                      <a:pt x="1095" y="14000"/>
                      <a:pt x="737" y="15023"/>
                      <a:pt x="1154" y="16203"/>
                    </a:cubicBezTo>
                    <a:cubicBezTo>
                      <a:pt x="1180" y="16281"/>
                      <a:pt x="1252" y="16333"/>
                      <a:pt x="1337" y="16333"/>
                    </a:cubicBezTo>
                    <a:cubicBezTo>
                      <a:pt x="1363" y="16333"/>
                      <a:pt x="1382" y="16333"/>
                      <a:pt x="1402" y="16327"/>
                    </a:cubicBezTo>
                    <a:cubicBezTo>
                      <a:pt x="1506" y="16288"/>
                      <a:pt x="1558" y="16177"/>
                      <a:pt x="1526" y="16072"/>
                    </a:cubicBezTo>
                    <a:cubicBezTo>
                      <a:pt x="1154" y="15030"/>
                      <a:pt x="1474" y="14117"/>
                      <a:pt x="1806" y="13153"/>
                    </a:cubicBezTo>
                    <a:cubicBezTo>
                      <a:pt x="2067" y="12403"/>
                      <a:pt x="2340" y="11628"/>
                      <a:pt x="2236" y="10800"/>
                    </a:cubicBezTo>
                    <a:cubicBezTo>
                      <a:pt x="2008" y="8864"/>
                      <a:pt x="1649" y="7319"/>
                      <a:pt x="1122" y="5931"/>
                    </a:cubicBezTo>
                    <a:cubicBezTo>
                      <a:pt x="392" y="4035"/>
                      <a:pt x="392" y="2412"/>
                      <a:pt x="392" y="352"/>
                    </a:cubicBezTo>
                    <a:lnTo>
                      <a:pt x="392" y="196"/>
                    </a:lnTo>
                    <a:cubicBezTo>
                      <a:pt x="392" y="65"/>
                      <a:pt x="294" y="0"/>
                      <a:pt x="196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38"/>
              <p:cNvSpPr/>
              <p:nvPr/>
            </p:nvSpPr>
            <p:spPr>
              <a:xfrm>
                <a:off x="2237092" y="3951444"/>
                <a:ext cx="41330" cy="305772"/>
              </a:xfrm>
              <a:custGeom>
                <a:rect b="b" l="l" r="r" t="t"/>
                <a:pathLst>
                  <a:path extrusionOk="0" h="12111" w="1637">
                    <a:moveTo>
                      <a:pt x="550" y="0"/>
                    </a:moveTo>
                    <a:cubicBezTo>
                      <a:pt x="420" y="0"/>
                      <a:pt x="287" y="125"/>
                      <a:pt x="366" y="287"/>
                    </a:cubicBezTo>
                    <a:cubicBezTo>
                      <a:pt x="1226" y="2379"/>
                      <a:pt x="900" y="4465"/>
                      <a:pt x="574" y="6479"/>
                    </a:cubicBezTo>
                    <a:cubicBezTo>
                      <a:pt x="294" y="8265"/>
                      <a:pt x="1" y="10109"/>
                      <a:pt x="522" y="11967"/>
                    </a:cubicBezTo>
                    <a:cubicBezTo>
                      <a:pt x="542" y="12045"/>
                      <a:pt x="620" y="12104"/>
                      <a:pt x="711" y="12110"/>
                    </a:cubicBezTo>
                    <a:cubicBezTo>
                      <a:pt x="731" y="12110"/>
                      <a:pt x="744" y="12104"/>
                      <a:pt x="763" y="12104"/>
                    </a:cubicBezTo>
                    <a:cubicBezTo>
                      <a:pt x="867" y="12071"/>
                      <a:pt x="933" y="11967"/>
                      <a:pt x="900" y="11856"/>
                    </a:cubicBezTo>
                    <a:cubicBezTo>
                      <a:pt x="398" y="10083"/>
                      <a:pt x="672" y="8363"/>
                      <a:pt x="965" y="6544"/>
                    </a:cubicBezTo>
                    <a:cubicBezTo>
                      <a:pt x="1298" y="4472"/>
                      <a:pt x="1636" y="2334"/>
                      <a:pt x="731" y="137"/>
                    </a:cubicBezTo>
                    <a:cubicBezTo>
                      <a:pt x="697" y="41"/>
                      <a:pt x="624" y="0"/>
                      <a:pt x="55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38"/>
              <p:cNvSpPr/>
              <p:nvPr/>
            </p:nvSpPr>
            <p:spPr>
              <a:xfrm>
                <a:off x="2212097" y="3799176"/>
                <a:ext cx="72587" cy="157065"/>
              </a:xfrm>
              <a:custGeom>
                <a:rect b="b" l="l" r="r" t="t"/>
                <a:pathLst>
                  <a:path extrusionOk="0" h="6221" w="2875">
                    <a:moveTo>
                      <a:pt x="286" y="0"/>
                    </a:moveTo>
                    <a:cubicBezTo>
                      <a:pt x="119" y="0"/>
                      <a:pt x="1" y="239"/>
                      <a:pt x="176" y="361"/>
                    </a:cubicBezTo>
                    <a:cubicBezTo>
                      <a:pt x="1903" y="1600"/>
                      <a:pt x="2477" y="4096"/>
                      <a:pt x="2431" y="6018"/>
                    </a:cubicBezTo>
                    <a:cubicBezTo>
                      <a:pt x="2431" y="6129"/>
                      <a:pt x="2516" y="6221"/>
                      <a:pt x="2626" y="6221"/>
                    </a:cubicBezTo>
                    <a:cubicBezTo>
                      <a:pt x="2731" y="6221"/>
                      <a:pt x="2822" y="6136"/>
                      <a:pt x="2829" y="6025"/>
                    </a:cubicBezTo>
                    <a:cubicBezTo>
                      <a:pt x="2874" y="4005"/>
                      <a:pt x="2261" y="1372"/>
                      <a:pt x="404" y="42"/>
                    </a:cubicBezTo>
                    <a:cubicBezTo>
                      <a:pt x="364" y="13"/>
                      <a:pt x="324" y="0"/>
                      <a:pt x="286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2210608" y="3495626"/>
                <a:ext cx="44284" cy="95158"/>
              </a:xfrm>
              <a:custGeom>
                <a:rect b="b" l="l" r="r" t="t"/>
                <a:pathLst>
                  <a:path extrusionOk="0" h="3769" w="1754">
                    <a:moveTo>
                      <a:pt x="1538" y="1"/>
                    </a:moveTo>
                    <a:cubicBezTo>
                      <a:pt x="1428" y="8"/>
                      <a:pt x="1343" y="92"/>
                      <a:pt x="1343" y="203"/>
                    </a:cubicBezTo>
                    <a:cubicBezTo>
                      <a:pt x="1356" y="809"/>
                      <a:pt x="1063" y="1220"/>
                      <a:pt x="756" y="1656"/>
                    </a:cubicBezTo>
                    <a:cubicBezTo>
                      <a:pt x="404" y="2152"/>
                      <a:pt x="0" y="2712"/>
                      <a:pt x="91" y="3592"/>
                    </a:cubicBezTo>
                    <a:cubicBezTo>
                      <a:pt x="105" y="3696"/>
                      <a:pt x="189" y="3768"/>
                      <a:pt x="287" y="3768"/>
                    </a:cubicBezTo>
                    <a:lnTo>
                      <a:pt x="313" y="3768"/>
                    </a:lnTo>
                    <a:cubicBezTo>
                      <a:pt x="417" y="3755"/>
                      <a:pt x="496" y="3657"/>
                      <a:pt x="489" y="3553"/>
                    </a:cubicBezTo>
                    <a:cubicBezTo>
                      <a:pt x="404" y="2823"/>
                      <a:pt x="730" y="2367"/>
                      <a:pt x="1076" y="1885"/>
                    </a:cubicBezTo>
                    <a:cubicBezTo>
                      <a:pt x="1415" y="1415"/>
                      <a:pt x="1753" y="926"/>
                      <a:pt x="1740" y="197"/>
                    </a:cubicBezTo>
                    <a:cubicBezTo>
                      <a:pt x="1734" y="86"/>
                      <a:pt x="1649" y="1"/>
                      <a:pt x="1538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2276756" y="3501104"/>
                <a:ext cx="35145" cy="41608"/>
              </a:xfrm>
              <a:custGeom>
                <a:rect b="b" l="l" r="r" t="t"/>
                <a:pathLst>
                  <a:path extrusionOk="0" h="1648" w="1392">
                    <a:moveTo>
                      <a:pt x="1113" y="1"/>
                    </a:moveTo>
                    <a:cubicBezTo>
                      <a:pt x="1087" y="1"/>
                      <a:pt x="1059" y="6"/>
                      <a:pt x="1030" y="19"/>
                    </a:cubicBezTo>
                    <a:cubicBezTo>
                      <a:pt x="385" y="260"/>
                      <a:pt x="0" y="807"/>
                      <a:pt x="33" y="1459"/>
                    </a:cubicBezTo>
                    <a:cubicBezTo>
                      <a:pt x="33" y="1563"/>
                      <a:pt x="124" y="1648"/>
                      <a:pt x="228" y="1648"/>
                    </a:cubicBezTo>
                    <a:lnTo>
                      <a:pt x="235" y="1648"/>
                    </a:lnTo>
                    <a:cubicBezTo>
                      <a:pt x="346" y="1641"/>
                      <a:pt x="430" y="1550"/>
                      <a:pt x="424" y="1446"/>
                    </a:cubicBezTo>
                    <a:cubicBezTo>
                      <a:pt x="404" y="964"/>
                      <a:pt x="678" y="566"/>
                      <a:pt x="1167" y="384"/>
                    </a:cubicBezTo>
                    <a:cubicBezTo>
                      <a:pt x="1391" y="309"/>
                      <a:pt x="1306" y="1"/>
                      <a:pt x="1113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38"/>
              <p:cNvSpPr/>
              <p:nvPr/>
            </p:nvSpPr>
            <p:spPr>
              <a:xfrm>
                <a:off x="2197959" y="3704574"/>
                <a:ext cx="63018" cy="88265"/>
              </a:xfrm>
              <a:custGeom>
                <a:rect b="b" l="l" r="r" t="t"/>
                <a:pathLst>
                  <a:path extrusionOk="0" h="3496" w="2496">
                    <a:moveTo>
                      <a:pt x="256" y="1"/>
                    </a:moveTo>
                    <a:cubicBezTo>
                      <a:pt x="127" y="1"/>
                      <a:pt x="1" y="128"/>
                      <a:pt x="71" y="282"/>
                    </a:cubicBezTo>
                    <a:cubicBezTo>
                      <a:pt x="228" y="576"/>
                      <a:pt x="514" y="915"/>
                      <a:pt x="821" y="1273"/>
                    </a:cubicBezTo>
                    <a:cubicBezTo>
                      <a:pt x="1368" y="1912"/>
                      <a:pt x="2046" y="2714"/>
                      <a:pt x="1857" y="3228"/>
                    </a:cubicBezTo>
                    <a:cubicBezTo>
                      <a:pt x="1818" y="3333"/>
                      <a:pt x="1870" y="3443"/>
                      <a:pt x="1974" y="3483"/>
                    </a:cubicBezTo>
                    <a:cubicBezTo>
                      <a:pt x="1994" y="3489"/>
                      <a:pt x="2020" y="3496"/>
                      <a:pt x="2039" y="3496"/>
                    </a:cubicBezTo>
                    <a:cubicBezTo>
                      <a:pt x="2124" y="3496"/>
                      <a:pt x="2196" y="3443"/>
                      <a:pt x="2228" y="3365"/>
                    </a:cubicBezTo>
                    <a:cubicBezTo>
                      <a:pt x="2496" y="2629"/>
                      <a:pt x="1766" y="1775"/>
                      <a:pt x="1120" y="1019"/>
                    </a:cubicBezTo>
                    <a:cubicBezTo>
                      <a:pt x="827" y="674"/>
                      <a:pt x="553" y="354"/>
                      <a:pt x="423" y="100"/>
                    </a:cubicBezTo>
                    <a:cubicBezTo>
                      <a:pt x="381" y="30"/>
                      <a:pt x="318" y="1"/>
                      <a:pt x="25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38"/>
              <p:cNvSpPr/>
              <p:nvPr/>
            </p:nvSpPr>
            <p:spPr>
              <a:xfrm>
                <a:off x="2219646" y="3748252"/>
                <a:ext cx="22319" cy="27974"/>
              </a:xfrm>
              <a:custGeom>
                <a:rect b="b" l="l" r="r" t="t"/>
                <a:pathLst>
                  <a:path extrusionOk="0" h="1108" w="884">
                    <a:moveTo>
                      <a:pt x="590" y="1"/>
                    </a:moveTo>
                    <a:cubicBezTo>
                      <a:pt x="551" y="1"/>
                      <a:pt x="510" y="14"/>
                      <a:pt x="470" y="45"/>
                    </a:cubicBezTo>
                    <a:cubicBezTo>
                      <a:pt x="203" y="254"/>
                      <a:pt x="40" y="560"/>
                      <a:pt x="7" y="892"/>
                    </a:cubicBezTo>
                    <a:cubicBezTo>
                      <a:pt x="1" y="1003"/>
                      <a:pt x="79" y="1101"/>
                      <a:pt x="190" y="1107"/>
                    </a:cubicBezTo>
                    <a:lnTo>
                      <a:pt x="203" y="1107"/>
                    </a:lnTo>
                    <a:cubicBezTo>
                      <a:pt x="207" y="1108"/>
                      <a:pt x="211" y="1108"/>
                      <a:pt x="215" y="1108"/>
                    </a:cubicBezTo>
                    <a:cubicBezTo>
                      <a:pt x="314" y="1108"/>
                      <a:pt x="392" y="1032"/>
                      <a:pt x="405" y="931"/>
                    </a:cubicBezTo>
                    <a:cubicBezTo>
                      <a:pt x="418" y="710"/>
                      <a:pt x="529" y="508"/>
                      <a:pt x="705" y="364"/>
                    </a:cubicBezTo>
                    <a:cubicBezTo>
                      <a:pt x="884" y="238"/>
                      <a:pt x="756" y="1"/>
                      <a:pt x="59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2208134" y="3883023"/>
                <a:ext cx="38906" cy="52641"/>
              </a:xfrm>
              <a:custGeom>
                <a:rect b="b" l="l" r="r" t="t"/>
                <a:pathLst>
                  <a:path extrusionOk="0" h="2085" w="1541">
                    <a:moveTo>
                      <a:pt x="1255" y="1"/>
                    </a:moveTo>
                    <a:cubicBezTo>
                      <a:pt x="1208" y="1"/>
                      <a:pt x="1158" y="20"/>
                      <a:pt x="1115" y="64"/>
                    </a:cubicBezTo>
                    <a:cubicBezTo>
                      <a:pt x="1050" y="136"/>
                      <a:pt x="978" y="208"/>
                      <a:pt x="906" y="273"/>
                    </a:cubicBezTo>
                    <a:cubicBezTo>
                      <a:pt x="463" y="716"/>
                      <a:pt x="0" y="1166"/>
                      <a:pt x="27" y="1896"/>
                    </a:cubicBezTo>
                    <a:cubicBezTo>
                      <a:pt x="33" y="2000"/>
                      <a:pt x="118" y="2085"/>
                      <a:pt x="222" y="2085"/>
                    </a:cubicBezTo>
                    <a:lnTo>
                      <a:pt x="235" y="2085"/>
                    </a:lnTo>
                    <a:cubicBezTo>
                      <a:pt x="339" y="2078"/>
                      <a:pt x="424" y="1987"/>
                      <a:pt x="424" y="1876"/>
                    </a:cubicBezTo>
                    <a:cubicBezTo>
                      <a:pt x="398" y="1329"/>
                      <a:pt x="783" y="951"/>
                      <a:pt x="1180" y="553"/>
                    </a:cubicBezTo>
                    <a:cubicBezTo>
                      <a:pt x="1258" y="482"/>
                      <a:pt x="1330" y="410"/>
                      <a:pt x="1402" y="338"/>
                    </a:cubicBezTo>
                    <a:cubicBezTo>
                      <a:pt x="1541" y="194"/>
                      <a:pt x="1407" y="1"/>
                      <a:pt x="1255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2209573" y="3556194"/>
                <a:ext cx="225182" cy="286004"/>
              </a:xfrm>
              <a:custGeom>
                <a:rect b="b" l="l" r="r" t="t"/>
                <a:pathLst>
                  <a:path extrusionOk="0" h="11328" w="8919">
                    <a:moveTo>
                      <a:pt x="3483" y="1"/>
                    </a:moveTo>
                    <a:cubicBezTo>
                      <a:pt x="3312" y="1"/>
                      <a:pt x="3136" y="18"/>
                      <a:pt x="2955" y="53"/>
                    </a:cubicBezTo>
                    <a:cubicBezTo>
                      <a:pt x="2453" y="150"/>
                      <a:pt x="2088" y="431"/>
                      <a:pt x="1768" y="678"/>
                    </a:cubicBezTo>
                    <a:cubicBezTo>
                      <a:pt x="1424" y="948"/>
                      <a:pt x="1114" y="1188"/>
                      <a:pt x="661" y="1188"/>
                    </a:cubicBezTo>
                    <a:cubicBezTo>
                      <a:pt x="556" y="1188"/>
                      <a:pt x="444" y="1176"/>
                      <a:pt x="321" y="1148"/>
                    </a:cubicBezTo>
                    <a:cubicBezTo>
                      <a:pt x="303" y="1143"/>
                      <a:pt x="286" y="1141"/>
                      <a:pt x="270" y="1141"/>
                    </a:cubicBezTo>
                    <a:cubicBezTo>
                      <a:pt x="57" y="1141"/>
                      <a:pt x="0" y="1472"/>
                      <a:pt x="230" y="1532"/>
                    </a:cubicBezTo>
                    <a:cubicBezTo>
                      <a:pt x="386" y="1567"/>
                      <a:pt x="529" y="1583"/>
                      <a:pt x="662" y="1583"/>
                    </a:cubicBezTo>
                    <a:cubicBezTo>
                      <a:pt x="1244" y="1583"/>
                      <a:pt x="1633" y="1283"/>
                      <a:pt x="2010" y="991"/>
                    </a:cubicBezTo>
                    <a:cubicBezTo>
                      <a:pt x="2322" y="743"/>
                      <a:pt x="2622" y="522"/>
                      <a:pt x="3026" y="437"/>
                    </a:cubicBezTo>
                    <a:cubicBezTo>
                      <a:pt x="3181" y="409"/>
                      <a:pt x="3331" y="394"/>
                      <a:pt x="3476" y="394"/>
                    </a:cubicBezTo>
                    <a:cubicBezTo>
                      <a:pt x="3928" y="394"/>
                      <a:pt x="4331" y="534"/>
                      <a:pt x="4682" y="815"/>
                    </a:cubicBezTo>
                    <a:cubicBezTo>
                      <a:pt x="5718" y="1643"/>
                      <a:pt x="6148" y="3611"/>
                      <a:pt x="6200" y="5045"/>
                    </a:cubicBezTo>
                    <a:cubicBezTo>
                      <a:pt x="6285" y="7404"/>
                      <a:pt x="6709" y="9373"/>
                      <a:pt x="8514" y="11269"/>
                    </a:cubicBezTo>
                    <a:cubicBezTo>
                      <a:pt x="8547" y="11308"/>
                      <a:pt x="8599" y="11328"/>
                      <a:pt x="8657" y="11328"/>
                    </a:cubicBezTo>
                    <a:cubicBezTo>
                      <a:pt x="8827" y="11328"/>
                      <a:pt x="8918" y="11119"/>
                      <a:pt x="8801" y="10996"/>
                    </a:cubicBezTo>
                    <a:cubicBezTo>
                      <a:pt x="7080" y="9184"/>
                      <a:pt x="6676" y="7300"/>
                      <a:pt x="6591" y="5032"/>
                    </a:cubicBezTo>
                    <a:cubicBezTo>
                      <a:pt x="6533" y="3442"/>
                      <a:pt x="6063" y="1415"/>
                      <a:pt x="4923" y="509"/>
                    </a:cubicBezTo>
                    <a:cubicBezTo>
                      <a:pt x="4502" y="172"/>
                      <a:pt x="4021" y="1"/>
                      <a:pt x="348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38"/>
              <p:cNvSpPr/>
              <p:nvPr/>
            </p:nvSpPr>
            <p:spPr>
              <a:xfrm>
                <a:off x="2204675" y="3663471"/>
                <a:ext cx="77863" cy="446780"/>
              </a:xfrm>
              <a:custGeom>
                <a:rect b="b" l="l" r="r" t="t"/>
                <a:pathLst>
                  <a:path extrusionOk="0" h="17696" w="3084">
                    <a:moveTo>
                      <a:pt x="421" y="1"/>
                    </a:moveTo>
                    <a:cubicBezTo>
                      <a:pt x="311" y="1"/>
                      <a:pt x="200" y="83"/>
                      <a:pt x="222" y="229"/>
                    </a:cubicBezTo>
                    <a:cubicBezTo>
                      <a:pt x="385" y="1272"/>
                      <a:pt x="313" y="2406"/>
                      <a:pt x="235" y="3612"/>
                    </a:cubicBezTo>
                    <a:cubicBezTo>
                      <a:pt x="118" y="5443"/>
                      <a:pt x="1" y="7340"/>
                      <a:pt x="796" y="8904"/>
                    </a:cubicBezTo>
                    <a:lnTo>
                      <a:pt x="815" y="8949"/>
                    </a:lnTo>
                    <a:cubicBezTo>
                      <a:pt x="1773" y="10826"/>
                      <a:pt x="2673" y="12606"/>
                      <a:pt x="2269" y="14724"/>
                    </a:cubicBezTo>
                    <a:cubicBezTo>
                      <a:pt x="2191" y="15102"/>
                      <a:pt x="1949" y="15487"/>
                      <a:pt x="1702" y="15865"/>
                    </a:cubicBezTo>
                    <a:cubicBezTo>
                      <a:pt x="1369" y="16379"/>
                      <a:pt x="1017" y="16914"/>
                      <a:pt x="1089" y="17520"/>
                    </a:cubicBezTo>
                    <a:cubicBezTo>
                      <a:pt x="1102" y="17618"/>
                      <a:pt x="1187" y="17689"/>
                      <a:pt x="1285" y="17689"/>
                    </a:cubicBezTo>
                    <a:lnTo>
                      <a:pt x="1311" y="17696"/>
                    </a:lnTo>
                    <a:cubicBezTo>
                      <a:pt x="1415" y="17683"/>
                      <a:pt x="1493" y="17585"/>
                      <a:pt x="1480" y="17481"/>
                    </a:cubicBezTo>
                    <a:cubicBezTo>
                      <a:pt x="1428" y="17018"/>
                      <a:pt x="1721" y="16562"/>
                      <a:pt x="2034" y="16086"/>
                    </a:cubicBezTo>
                    <a:cubicBezTo>
                      <a:pt x="2295" y="15682"/>
                      <a:pt x="2569" y="15265"/>
                      <a:pt x="2660" y="14796"/>
                    </a:cubicBezTo>
                    <a:cubicBezTo>
                      <a:pt x="3083" y="12547"/>
                      <a:pt x="2112" y="10631"/>
                      <a:pt x="1167" y="8780"/>
                    </a:cubicBezTo>
                    <a:lnTo>
                      <a:pt x="1141" y="8728"/>
                    </a:lnTo>
                    <a:cubicBezTo>
                      <a:pt x="398" y="7261"/>
                      <a:pt x="515" y="5417"/>
                      <a:pt x="633" y="3631"/>
                    </a:cubicBezTo>
                    <a:cubicBezTo>
                      <a:pt x="705" y="2464"/>
                      <a:pt x="783" y="1252"/>
                      <a:pt x="613" y="164"/>
                    </a:cubicBezTo>
                    <a:cubicBezTo>
                      <a:pt x="593" y="52"/>
                      <a:pt x="507" y="1"/>
                      <a:pt x="421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38"/>
              <p:cNvSpPr/>
              <p:nvPr/>
            </p:nvSpPr>
            <p:spPr>
              <a:xfrm>
                <a:off x="2190688" y="3807432"/>
                <a:ext cx="26257" cy="34766"/>
              </a:xfrm>
              <a:custGeom>
                <a:rect b="b" l="l" r="r" t="t"/>
                <a:pathLst>
                  <a:path extrusionOk="0" h="1377" w="1040">
                    <a:moveTo>
                      <a:pt x="750" y="0"/>
                    </a:moveTo>
                    <a:cubicBezTo>
                      <a:pt x="707" y="0"/>
                      <a:pt x="662" y="16"/>
                      <a:pt x="620" y="54"/>
                    </a:cubicBezTo>
                    <a:cubicBezTo>
                      <a:pt x="287" y="334"/>
                      <a:pt x="72" y="725"/>
                      <a:pt x="14" y="1155"/>
                    </a:cubicBezTo>
                    <a:cubicBezTo>
                      <a:pt x="1" y="1266"/>
                      <a:pt x="72" y="1364"/>
                      <a:pt x="183" y="1377"/>
                    </a:cubicBezTo>
                    <a:lnTo>
                      <a:pt x="209" y="1377"/>
                    </a:lnTo>
                    <a:cubicBezTo>
                      <a:pt x="307" y="1377"/>
                      <a:pt x="392" y="1305"/>
                      <a:pt x="405" y="1207"/>
                    </a:cubicBezTo>
                    <a:cubicBezTo>
                      <a:pt x="450" y="875"/>
                      <a:pt x="620" y="569"/>
                      <a:pt x="880" y="354"/>
                    </a:cubicBezTo>
                    <a:cubicBezTo>
                      <a:pt x="1039" y="215"/>
                      <a:pt x="908" y="0"/>
                      <a:pt x="750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38"/>
              <p:cNvSpPr/>
              <p:nvPr/>
            </p:nvSpPr>
            <p:spPr>
              <a:xfrm>
                <a:off x="2263628" y="4021784"/>
                <a:ext cx="25980" cy="78772"/>
              </a:xfrm>
              <a:custGeom>
                <a:rect b="b" l="l" r="r" t="t"/>
                <a:pathLst>
                  <a:path extrusionOk="0" h="3120" w="1029">
                    <a:moveTo>
                      <a:pt x="262" y="1"/>
                    </a:moveTo>
                    <a:cubicBezTo>
                      <a:pt x="130" y="1"/>
                      <a:pt x="0" y="137"/>
                      <a:pt x="84" y="291"/>
                    </a:cubicBezTo>
                    <a:cubicBezTo>
                      <a:pt x="455" y="988"/>
                      <a:pt x="631" y="1894"/>
                      <a:pt x="605" y="2917"/>
                    </a:cubicBezTo>
                    <a:cubicBezTo>
                      <a:pt x="599" y="3022"/>
                      <a:pt x="690" y="3113"/>
                      <a:pt x="794" y="3119"/>
                    </a:cubicBezTo>
                    <a:lnTo>
                      <a:pt x="801" y="3119"/>
                    </a:lnTo>
                    <a:cubicBezTo>
                      <a:pt x="911" y="3119"/>
                      <a:pt x="996" y="3035"/>
                      <a:pt x="1003" y="2924"/>
                    </a:cubicBezTo>
                    <a:cubicBezTo>
                      <a:pt x="1029" y="1816"/>
                      <a:pt x="840" y="877"/>
                      <a:pt x="429" y="108"/>
                    </a:cubicBezTo>
                    <a:cubicBezTo>
                      <a:pt x="389" y="32"/>
                      <a:pt x="325" y="1"/>
                      <a:pt x="262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38"/>
              <p:cNvSpPr/>
              <p:nvPr/>
            </p:nvSpPr>
            <p:spPr>
              <a:xfrm>
                <a:off x="2217021" y="3921475"/>
                <a:ext cx="34438" cy="45799"/>
              </a:xfrm>
              <a:custGeom>
                <a:rect b="b" l="l" r="r" t="t"/>
                <a:pathLst>
                  <a:path extrusionOk="0" h="1814" w="1364">
                    <a:moveTo>
                      <a:pt x="1080" y="0"/>
                    </a:moveTo>
                    <a:cubicBezTo>
                      <a:pt x="1052" y="0"/>
                      <a:pt x="1022" y="7"/>
                      <a:pt x="991" y="21"/>
                    </a:cubicBezTo>
                    <a:cubicBezTo>
                      <a:pt x="424" y="275"/>
                      <a:pt x="20" y="927"/>
                      <a:pt x="0" y="1611"/>
                    </a:cubicBezTo>
                    <a:cubicBezTo>
                      <a:pt x="0" y="1722"/>
                      <a:pt x="85" y="1807"/>
                      <a:pt x="196" y="1813"/>
                    </a:cubicBezTo>
                    <a:lnTo>
                      <a:pt x="202" y="1813"/>
                    </a:lnTo>
                    <a:cubicBezTo>
                      <a:pt x="307" y="1813"/>
                      <a:pt x="398" y="1728"/>
                      <a:pt x="398" y="1618"/>
                    </a:cubicBezTo>
                    <a:cubicBezTo>
                      <a:pt x="411" y="1090"/>
                      <a:pt x="730" y="568"/>
                      <a:pt x="1154" y="379"/>
                    </a:cubicBezTo>
                    <a:cubicBezTo>
                      <a:pt x="1364" y="289"/>
                      <a:pt x="1268" y="0"/>
                      <a:pt x="1080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38"/>
              <p:cNvSpPr/>
              <p:nvPr/>
            </p:nvSpPr>
            <p:spPr>
              <a:xfrm>
                <a:off x="1971994" y="3532411"/>
                <a:ext cx="208393" cy="330540"/>
              </a:xfrm>
              <a:custGeom>
                <a:rect b="b" l="l" r="r" t="t"/>
                <a:pathLst>
                  <a:path extrusionOk="0" h="13092" w="8254">
                    <a:moveTo>
                      <a:pt x="5803" y="1"/>
                    </a:moveTo>
                    <a:cubicBezTo>
                      <a:pt x="5475" y="1"/>
                      <a:pt x="5154" y="111"/>
                      <a:pt x="4889" y="317"/>
                    </a:cubicBezTo>
                    <a:cubicBezTo>
                      <a:pt x="3351" y="1451"/>
                      <a:pt x="2686" y="3419"/>
                      <a:pt x="2106" y="5153"/>
                    </a:cubicBezTo>
                    <a:lnTo>
                      <a:pt x="2028" y="5381"/>
                    </a:lnTo>
                    <a:cubicBezTo>
                      <a:pt x="1226" y="7760"/>
                      <a:pt x="646" y="10171"/>
                      <a:pt x="27" y="12850"/>
                    </a:cubicBezTo>
                    <a:cubicBezTo>
                      <a:pt x="1" y="12954"/>
                      <a:pt x="66" y="13059"/>
                      <a:pt x="177" y="13085"/>
                    </a:cubicBezTo>
                    <a:cubicBezTo>
                      <a:pt x="190" y="13091"/>
                      <a:pt x="203" y="13091"/>
                      <a:pt x="222" y="13091"/>
                    </a:cubicBezTo>
                    <a:cubicBezTo>
                      <a:pt x="314" y="13091"/>
                      <a:pt x="392" y="13026"/>
                      <a:pt x="411" y="12935"/>
                    </a:cubicBezTo>
                    <a:cubicBezTo>
                      <a:pt x="1031" y="10269"/>
                      <a:pt x="1611" y="7871"/>
                      <a:pt x="2406" y="5505"/>
                    </a:cubicBezTo>
                    <a:lnTo>
                      <a:pt x="2484" y="5277"/>
                    </a:lnTo>
                    <a:cubicBezTo>
                      <a:pt x="3044" y="3595"/>
                      <a:pt x="3683" y="1692"/>
                      <a:pt x="5117" y="636"/>
                    </a:cubicBezTo>
                    <a:cubicBezTo>
                      <a:pt x="5319" y="478"/>
                      <a:pt x="5563" y="395"/>
                      <a:pt x="5810" y="395"/>
                    </a:cubicBezTo>
                    <a:cubicBezTo>
                      <a:pt x="5890" y="395"/>
                      <a:pt x="5970" y="404"/>
                      <a:pt x="6049" y="421"/>
                    </a:cubicBezTo>
                    <a:cubicBezTo>
                      <a:pt x="6779" y="564"/>
                      <a:pt x="7463" y="1333"/>
                      <a:pt x="7828" y="1946"/>
                    </a:cubicBezTo>
                    <a:cubicBezTo>
                      <a:pt x="7870" y="2012"/>
                      <a:pt x="7930" y="2039"/>
                      <a:pt x="7989" y="2039"/>
                    </a:cubicBezTo>
                    <a:cubicBezTo>
                      <a:pt x="8122" y="2039"/>
                      <a:pt x="8253" y="1898"/>
                      <a:pt x="8167" y="1744"/>
                    </a:cubicBezTo>
                    <a:cubicBezTo>
                      <a:pt x="7744" y="1034"/>
                      <a:pt x="6988" y="206"/>
                      <a:pt x="6127" y="37"/>
                    </a:cubicBezTo>
                    <a:cubicBezTo>
                      <a:pt x="6019" y="12"/>
                      <a:pt x="5911" y="1"/>
                      <a:pt x="5803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38"/>
              <p:cNvSpPr/>
              <p:nvPr/>
            </p:nvSpPr>
            <p:spPr>
              <a:xfrm>
                <a:off x="2011481" y="3703135"/>
                <a:ext cx="16815" cy="95133"/>
              </a:xfrm>
              <a:custGeom>
                <a:rect b="b" l="l" r="r" t="t"/>
                <a:pathLst>
                  <a:path extrusionOk="0" h="3768" w="666">
                    <a:moveTo>
                      <a:pt x="230" y="0"/>
                    </a:moveTo>
                    <a:cubicBezTo>
                      <a:pt x="131" y="0"/>
                      <a:pt x="46" y="77"/>
                      <a:pt x="34" y="183"/>
                    </a:cubicBezTo>
                    <a:cubicBezTo>
                      <a:pt x="21" y="620"/>
                      <a:pt x="47" y="1056"/>
                      <a:pt x="112" y="1487"/>
                    </a:cubicBezTo>
                    <a:cubicBezTo>
                      <a:pt x="183" y="2151"/>
                      <a:pt x="262" y="2836"/>
                      <a:pt x="47" y="3507"/>
                    </a:cubicBezTo>
                    <a:cubicBezTo>
                      <a:pt x="1" y="3637"/>
                      <a:pt x="99" y="3768"/>
                      <a:pt x="236" y="3768"/>
                    </a:cubicBezTo>
                    <a:cubicBezTo>
                      <a:pt x="320" y="3768"/>
                      <a:pt x="392" y="3709"/>
                      <a:pt x="418" y="3631"/>
                    </a:cubicBezTo>
                    <a:cubicBezTo>
                      <a:pt x="666" y="2875"/>
                      <a:pt x="581" y="2145"/>
                      <a:pt x="503" y="1441"/>
                    </a:cubicBezTo>
                    <a:cubicBezTo>
                      <a:pt x="438" y="1030"/>
                      <a:pt x="418" y="620"/>
                      <a:pt x="431" y="209"/>
                    </a:cubicBezTo>
                    <a:cubicBezTo>
                      <a:pt x="438" y="98"/>
                      <a:pt x="353" y="7"/>
                      <a:pt x="242" y="1"/>
                    </a:cubicBezTo>
                    <a:cubicBezTo>
                      <a:pt x="238" y="0"/>
                      <a:pt x="234" y="0"/>
                      <a:pt x="23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38"/>
              <p:cNvSpPr/>
              <p:nvPr/>
            </p:nvSpPr>
            <p:spPr>
              <a:xfrm>
                <a:off x="1964748" y="3774560"/>
                <a:ext cx="37770" cy="41658"/>
              </a:xfrm>
              <a:custGeom>
                <a:rect b="b" l="l" r="r" t="t"/>
                <a:pathLst>
                  <a:path extrusionOk="0" h="1650" w="1496">
                    <a:moveTo>
                      <a:pt x="1226" y="1"/>
                    </a:moveTo>
                    <a:cubicBezTo>
                      <a:pt x="1209" y="1"/>
                      <a:pt x="1192" y="3"/>
                      <a:pt x="1174" y="7"/>
                    </a:cubicBezTo>
                    <a:cubicBezTo>
                      <a:pt x="444" y="137"/>
                      <a:pt x="1" y="711"/>
                      <a:pt x="34" y="1460"/>
                    </a:cubicBezTo>
                    <a:cubicBezTo>
                      <a:pt x="40" y="1564"/>
                      <a:pt x="125" y="1649"/>
                      <a:pt x="236" y="1649"/>
                    </a:cubicBezTo>
                    <a:lnTo>
                      <a:pt x="242" y="1649"/>
                    </a:lnTo>
                    <a:cubicBezTo>
                      <a:pt x="353" y="1643"/>
                      <a:pt x="438" y="1545"/>
                      <a:pt x="431" y="1441"/>
                    </a:cubicBezTo>
                    <a:cubicBezTo>
                      <a:pt x="399" y="887"/>
                      <a:pt x="718" y="489"/>
                      <a:pt x="1246" y="391"/>
                    </a:cubicBezTo>
                    <a:cubicBezTo>
                      <a:pt x="1495" y="355"/>
                      <a:pt x="1449" y="1"/>
                      <a:pt x="122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38"/>
              <p:cNvSpPr/>
              <p:nvPr/>
            </p:nvSpPr>
            <p:spPr>
              <a:xfrm>
                <a:off x="2036602" y="3620651"/>
                <a:ext cx="19516" cy="47137"/>
              </a:xfrm>
              <a:custGeom>
                <a:rect b="b" l="l" r="r" t="t"/>
                <a:pathLst>
                  <a:path extrusionOk="0" h="1867" w="773">
                    <a:moveTo>
                      <a:pt x="273" y="0"/>
                    </a:moveTo>
                    <a:cubicBezTo>
                      <a:pt x="134" y="0"/>
                      <a:pt x="0" y="153"/>
                      <a:pt x="101" y="309"/>
                    </a:cubicBezTo>
                    <a:cubicBezTo>
                      <a:pt x="316" y="641"/>
                      <a:pt x="394" y="1058"/>
                      <a:pt x="349" y="1651"/>
                    </a:cubicBezTo>
                    <a:cubicBezTo>
                      <a:pt x="336" y="1762"/>
                      <a:pt x="420" y="1860"/>
                      <a:pt x="531" y="1866"/>
                    </a:cubicBezTo>
                    <a:lnTo>
                      <a:pt x="544" y="1866"/>
                    </a:lnTo>
                    <a:cubicBezTo>
                      <a:pt x="642" y="1866"/>
                      <a:pt x="727" y="1788"/>
                      <a:pt x="740" y="1684"/>
                    </a:cubicBezTo>
                    <a:cubicBezTo>
                      <a:pt x="772" y="1254"/>
                      <a:pt x="772" y="628"/>
                      <a:pt x="433" y="94"/>
                    </a:cubicBezTo>
                    <a:cubicBezTo>
                      <a:pt x="391" y="28"/>
                      <a:pt x="331" y="0"/>
                      <a:pt x="273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38"/>
              <p:cNvSpPr/>
              <p:nvPr/>
            </p:nvSpPr>
            <p:spPr>
              <a:xfrm>
                <a:off x="2136380" y="3657715"/>
                <a:ext cx="59104" cy="412569"/>
              </a:xfrm>
              <a:custGeom>
                <a:rect b="b" l="l" r="r" t="t"/>
                <a:pathLst>
                  <a:path extrusionOk="0" h="16341" w="2341">
                    <a:moveTo>
                      <a:pt x="2139" y="1"/>
                    </a:moveTo>
                    <a:cubicBezTo>
                      <a:pt x="2034" y="1"/>
                      <a:pt x="1943" y="85"/>
                      <a:pt x="1943" y="196"/>
                    </a:cubicBezTo>
                    <a:lnTo>
                      <a:pt x="1943" y="359"/>
                    </a:lnTo>
                    <a:cubicBezTo>
                      <a:pt x="1943" y="2419"/>
                      <a:pt x="1943" y="4042"/>
                      <a:pt x="1220" y="5938"/>
                    </a:cubicBezTo>
                    <a:cubicBezTo>
                      <a:pt x="685" y="7320"/>
                      <a:pt x="333" y="8871"/>
                      <a:pt x="99" y="10800"/>
                    </a:cubicBezTo>
                    <a:cubicBezTo>
                      <a:pt x="1" y="11635"/>
                      <a:pt x="268" y="12410"/>
                      <a:pt x="529" y="13160"/>
                    </a:cubicBezTo>
                    <a:cubicBezTo>
                      <a:pt x="868" y="14118"/>
                      <a:pt x="1180" y="15024"/>
                      <a:pt x="816" y="16079"/>
                    </a:cubicBezTo>
                    <a:cubicBezTo>
                      <a:pt x="776" y="16184"/>
                      <a:pt x="829" y="16295"/>
                      <a:pt x="933" y="16327"/>
                    </a:cubicBezTo>
                    <a:cubicBezTo>
                      <a:pt x="952" y="16340"/>
                      <a:pt x="978" y="16340"/>
                      <a:pt x="998" y="16340"/>
                    </a:cubicBezTo>
                    <a:cubicBezTo>
                      <a:pt x="1083" y="16340"/>
                      <a:pt x="1161" y="16288"/>
                      <a:pt x="1187" y="16203"/>
                    </a:cubicBezTo>
                    <a:cubicBezTo>
                      <a:pt x="1598" y="15030"/>
                      <a:pt x="1246" y="14013"/>
                      <a:pt x="900" y="13029"/>
                    </a:cubicBezTo>
                    <a:cubicBezTo>
                      <a:pt x="646" y="12286"/>
                      <a:pt x="405" y="11589"/>
                      <a:pt x="490" y="10846"/>
                    </a:cubicBezTo>
                    <a:cubicBezTo>
                      <a:pt x="718" y="8949"/>
                      <a:pt x="1063" y="7431"/>
                      <a:pt x="1585" y="6075"/>
                    </a:cubicBezTo>
                    <a:cubicBezTo>
                      <a:pt x="2341" y="4113"/>
                      <a:pt x="2341" y="2458"/>
                      <a:pt x="2341" y="359"/>
                    </a:cubicBezTo>
                    <a:lnTo>
                      <a:pt x="2341" y="196"/>
                    </a:lnTo>
                    <a:cubicBezTo>
                      <a:pt x="2341" y="85"/>
                      <a:pt x="2249" y="1"/>
                      <a:pt x="213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38"/>
              <p:cNvSpPr/>
              <p:nvPr/>
            </p:nvSpPr>
            <p:spPr>
              <a:xfrm>
                <a:off x="2116157" y="3951747"/>
                <a:ext cx="41482" cy="305470"/>
              </a:xfrm>
              <a:custGeom>
                <a:rect b="b" l="l" r="r" t="t"/>
                <a:pathLst>
                  <a:path extrusionOk="0" h="12099" w="1643">
                    <a:moveTo>
                      <a:pt x="1086" y="0"/>
                    </a:moveTo>
                    <a:cubicBezTo>
                      <a:pt x="1016" y="0"/>
                      <a:pt x="947" y="37"/>
                      <a:pt x="913" y="125"/>
                    </a:cubicBezTo>
                    <a:cubicBezTo>
                      <a:pt x="0" y="2322"/>
                      <a:pt x="339" y="4460"/>
                      <a:pt x="671" y="6532"/>
                    </a:cubicBezTo>
                    <a:cubicBezTo>
                      <a:pt x="965" y="8351"/>
                      <a:pt x="1238" y="10071"/>
                      <a:pt x="737" y="11844"/>
                    </a:cubicBezTo>
                    <a:cubicBezTo>
                      <a:pt x="704" y="11968"/>
                      <a:pt x="795" y="12092"/>
                      <a:pt x="926" y="12098"/>
                    </a:cubicBezTo>
                    <a:cubicBezTo>
                      <a:pt x="1017" y="12092"/>
                      <a:pt x="1095" y="12033"/>
                      <a:pt x="1121" y="11948"/>
                    </a:cubicBezTo>
                    <a:cubicBezTo>
                      <a:pt x="1643" y="10091"/>
                      <a:pt x="1349" y="8246"/>
                      <a:pt x="1063" y="6467"/>
                    </a:cubicBezTo>
                    <a:cubicBezTo>
                      <a:pt x="737" y="4453"/>
                      <a:pt x="404" y="2367"/>
                      <a:pt x="1271" y="275"/>
                    </a:cubicBezTo>
                    <a:cubicBezTo>
                      <a:pt x="1338" y="120"/>
                      <a:pt x="1211" y="0"/>
                      <a:pt x="1086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38"/>
              <p:cNvSpPr/>
              <p:nvPr/>
            </p:nvSpPr>
            <p:spPr>
              <a:xfrm>
                <a:off x="2110072" y="3799227"/>
                <a:ext cx="72435" cy="157014"/>
              </a:xfrm>
              <a:custGeom>
                <a:rect b="b" l="l" r="r" t="t"/>
                <a:pathLst>
                  <a:path extrusionOk="0" h="6219" w="2869">
                    <a:moveTo>
                      <a:pt x="2583" y="1"/>
                    </a:moveTo>
                    <a:cubicBezTo>
                      <a:pt x="2547" y="1"/>
                      <a:pt x="2508" y="13"/>
                      <a:pt x="2470" y="40"/>
                    </a:cubicBezTo>
                    <a:cubicBezTo>
                      <a:pt x="613" y="1370"/>
                      <a:pt x="0" y="4003"/>
                      <a:pt x="46" y="6030"/>
                    </a:cubicBezTo>
                    <a:cubicBezTo>
                      <a:pt x="46" y="6134"/>
                      <a:pt x="137" y="6219"/>
                      <a:pt x="248" y="6219"/>
                    </a:cubicBezTo>
                    <a:cubicBezTo>
                      <a:pt x="358" y="6219"/>
                      <a:pt x="443" y="6127"/>
                      <a:pt x="437" y="6016"/>
                    </a:cubicBezTo>
                    <a:cubicBezTo>
                      <a:pt x="398" y="4094"/>
                      <a:pt x="965" y="1598"/>
                      <a:pt x="2698" y="359"/>
                    </a:cubicBezTo>
                    <a:cubicBezTo>
                      <a:pt x="2869" y="237"/>
                      <a:pt x="2747" y="1"/>
                      <a:pt x="2583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38"/>
              <p:cNvSpPr/>
              <p:nvPr/>
            </p:nvSpPr>
            <p:spPr>
              <a:xfrm>
                <a:off x="2139688" y="3495626"/>
                <a:ext cx="44284" cy="95158"/>
              </a:xfrm>
              <a:custGeom>
                <a:rect b="b" l="l" r="r" t="t"/>
                <a:pathLst>
                  <a:path extrusionOk="0" h="3769" w="1754">
                    <a:moveTo>
                      <a:pt x="215" y="1"/>
                    </a:moveTo>
                    <a:cubicBezTo>
                      <a:pt x="104" y="1"/>
                      <a:pt x="20" y="86"/>
                      <a:pt x="20" y="197"/>
                    </a:cubicBezTo>
                    <a:cubicBezTo>
                      <a:pt x="0" y="933"/>
                      <a:pt x="346" y="1415"/>
                      <a:pt x="678" y="1885"/>
                    </a:cubicBezTo>
                    <a:cubicBezTo>
                      <a:pt x="1023" y="2367"/>
                      <a:pt x="1349" y="2823"/>
                      <a:pt x="1271" y="3553"/>
                    </a:cubicBezTo>
                    <a:cubicBezTo>
                      <a:pt x="1258" y="3664"/>
                      <a:pt x="1336" y="3755"/>
                      <a:pt x="1447" y="3768"/>
                    </a:cubicBezTo>
                    <a:lnTo>
                      <a:pt x="1467" y="3768"/>
                    </a:lnTo>
                    <a:cubicBezTo>
                      <a:pt x="1564" y="3768"/>
                      <a:pt x="1649" y="3696"/>
                      <a:pt x="1662" y="3592"/>
                    </a:cubicBezTo>
                    <a:cubicBezTo>
                      <a:pt x="1753" y="2712"/>
                      <a:pt x="1356" y="2152"/>
                      <a:pt x="1004" y="1656"/>
                    </a:cubicBezTo>
                    <a:cubicBezTo>
                      <a:pt x="691" y="1220"/>
                      <a:pt x="398" y="809"/>
                      <a:pt x="411" y="203"/>
                    </a:cubicBezTo>
                    <a:cubicBezTo>
                      <a:pt x="417" y="99"/>
                      <a:pt x="326" y="8"/>
                      <a:pt x="222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38"/>
              <p:cNvSpPr/>
              <p:nvPr/>
            </p:nvSpPr>
            <p:spPr>
              <a:xfrm>
                <a:off x="2082956" y="3501155"/>
                <a:ext cx="34867" cy="41557"/>
              </a:xfrm>
              <a:custGeom>
                <a:rect b="b" l="l" r="r" t="t"/>
                <a:pathLst>
                  <a:path extrusionOk="0" h="1646" w="1381">
                    <a:moveTo>
                      <a:pt x="277" y="0"/>
                    </a:moveTo>
                    <a:cubicBezTo>
                      <a:pt x="83" y="0"/>
                      <a:pt x="0" y="301"/>
                      <a:pt x="214" y="382"/>
                    </a:cubicBezTo>
                    <a:cubicBezTo>
                      <a:pt x="703" y="564"/>
                      <a:pt x="976" y="962"/>
                      <a:pt x="957" y="1444"/>
                    </a:cubicBezTo>
                    <a:cubicBezTo>
                      <a:pt x="957" y="1548"/>
                      <a:pt x="1041" y="1639"/>
                      <a:pt x="1146" y="1646"/>
                    </a:cubicBezTo>
                    <a:lnTo>
                      <a:pt x="1159" y="1646"/>
                    </a:lnTo>
                    <a:cubicBezTo>
                      <a:pt x="1263" y="1646"/>
                      <a:pt x="1348" y="1561"/>
                      <a:pt x="1354" y="1457"/>
                    </a:cubicBezTo>
                    <a:cubicBezTo>
                      <a:pt x="1380" y="812"/>
                      <a:pt x="996" y="258"/>
                      <a:pt x="357" y="17"/>
                    </a:cubicBezTo>
                    <a:cubicBezTo>
                      <a:pt x="329" y="5"/>
                      <a:pt x="302" y="0"/>
                      <a:pt x="277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38"/>
              <p:cNvSpPr/>
              <p:nvPr/>
            </p:nvSpPr>
            <p:spPr>
              <a:xfrm>
                <a:off x="2133603" y="3704624"/>
                <a:ext cx="63119" cy="88215"/>
              </a:xfrm>
              <a:custGeom>
                <a:rect b="b" l="l" r="r" t="t"/>
                <a:pathLst>
                  <a:path extrusionOk="0" h="3494" w="2500">
                    <a:moveTo>
                      <a:pt x="2240" y="1"/>
                    </a:moveTo>
                    <a:cubicBezTo>
                      <a:pt x="2179" y="1"/>
                      <a:pt x="2119" y="29"/>
                      <a:pt x="2079" y="98"/>
                    </a:cubicBezTo>
                    <a:cubicBezTo>
                      <a:pt x="1942" y="352"/>
                      <a:pt x="1669" y="678"/>
                      <a:pt x="1382" y="1017"/>
                    </a:cubicBezTo>
                    <a:cubicBezTo>
                      <a:pt x="730" y="1773"/>
                      <a:pt x="0" y="2627"/>
                      <a:pt x="274" y="3363"/>
                    </a:cubicBezTo>
                    <a:cubicBezTo>
                      <a:pt x="300" y="3441"/>
                      <a:pt x="372" y="3494"/>
                      <a:pt x="456" y="3494"/>
                    </a:cubicBezTo>
                    <a:cubicBezTo>
                      <a:pt x="476" y="3494"/>
                      <a:pt x="502" y="3487"/>
                      <a:pt x="521" y="3481"/>
                    </a:cubicBezTo>
                    <a:cubicBezTo>
                      <a:pt x="626" y="3441"/>
                      <a:pt x="678" y="3331"/>
                      <a:pt x="639" y="3226"/>
                    </a:cubicBezTo>
                    <a:cubicBezTo>
                      <a:pt x="450" y="2712"/>
                      <a:pt x="1134" y="1910"/>
                      <a:pt x="1682" y="1271"/>
                    </a:cubicBezTo>
                    <a:cubicBezTo>
                      <a:pt x="1981" y="913"/>
                      <a:pt x="2275" y="580"/>
                      <a:pt x="2425" y="287"/>
                    </a:cubicBezTo>
                    <a:cubicBezTo>
                      <a:pt x="2500" y="132"/>
                      <a:pt x="2370" y="1"/>
                      <a:pt x="224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38"/>
              <p:cNvSpPr/>
              <p:nvPr/>
            </p:nvSpPr>
            <p:spPr>
              <a:xfrm>
                <a:off x="2153372" y="3748479"/>
                <a:ext cx="21713" cy="27747"/>
              </a:xfrm>
              <a:custGeom>
                <a:rect b="b" l="l" r="r" t="t"/>
                <a:pathLst>
                  <a:path extrusionOk="0" h="1099" w="860">
                    <a:moveTo>
                      <a:pt x="279" y="1"/>
                    </a:moveTo>
                    <a:cubicBezTo>
                      <a:pt x="117" y="1"/>
                      <a:pt x="1" y="222"/>
                      <a:pt x="156" y="355"/>
                    </a:cubicBezTo>
                    <a:cubicBezTo>
                      <a:pt x="325" y="492"/>
                      <a:pt x="436" y="701"/>
                      <a:pt x="455" y="922"/>
                    </a:cubicBezTo>
                    <a:cubicBezTo>
                      <a:pt x="468" y="1027"/>
                      <a:pt x="553" y="1098"/>
                      <a:pt x="651" y="1098"/>
                    </a:cubicBezTo>
                    <a:lnTo>
                      <a:pt x="670" y="1098"/>
                    </a:lnTo>
                    <a:cubicBezTo>
                      <a:pt x="781" y="1085"/>
                      <a:pt x="859" y="994"/>
                      <a:pt x="846" y="883"/>
                    </a:cubicBezTo>
                    <a:cubicBezTo>
                      <a:pt x="820" y="551"/>
                      <a:pt x="651" y="245"/>
                      <a:pt x="390" y="36"/>
                    </a:cubicBezTo>
                    <a:cubicBezTo>
                      <a:pt x="353" y="11"/>
                      <a:pt x="315" y="1"/>
                      <a:pt x="27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38"/>
              <p:cNvSpPr/>
              <p:nvPr/>
            </p:nvSpPr>
            <p:spPr>
              <a:xfrm>
                <a:off x="2147691" y="3883023"/>
                <a:ext cx="38755" cy="52641"/>
              </a:xfrm>
              <a:custGeom>
                <a:rect b="b" l="l" r="r" t="t"/>
                <a:pathLst>
                  <a:path extrusionOk="0" h="2085" w="1535">
                    <a:moveTo>
                      <a:pt x="281" y="1"/>
                    </a:moveTo>
                    <a:cubicBezTo>
                      <a:pt x="130" y="1"/>
                      <a:pt x="0" y="194"/>
                      <a:pt x="139" y="338"/>
                    </a:cubicBezTo>
                    <a:cubicBezTo>
                      <a:pt x="211" y="410"/>
                      <a:pt x="283" y="482"/>
                      <a:pt x="354" y="553"/>
                    </a:cubicBezTo>
                    <a:cubicBezTo>
                      <a:pt x="759" y="951"/>
                      <a:pt x="1137" y="1329"/>
                      <a:pt x="1117" y="1876"/>
                    </a:cubicBezTo>
                    <a:cubicBezTo>
                      <a:pt x="1111" y="1987"/>
                      <a:pt x="1195" y="2078"/>
                      <a:pt x="1306" y="2085"/>
                    </a:cubicBezTo>
                    <a:lnTo>
                      <a:pt x="1313" y="2085"/>
                    </a:lnTo>
                    <a:cubicBezTo>
                      <a:pt x="1417" y="2085"/>
                      <a:pt x="1508" y="2000"/>
                      <a:pt x="1508" y="1896"/>
                    </a:cubicBezTo>
                    <a:cubicBezTo>
                      <a:pt x="1534" y="1166"/>
                      <a:pt x="1078" y="716"/>
                      <a:pt x="635" y="273"/>
                    </a:cubicBezTo>
                    <a:cubicBezTo>
                      <a:pt x="563" y="208"/>
                      <a:pt x="491" y="136"/>
                      <a:pt x="420" y="64"/>
                    </a:cubicBezTo>
                    <a:cubicBezTo>
                      <a:pt x="376" y="20"/>
                      <a:pt x="327" y="1"/>
                      <a:pt x="281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38"/>
              <p:cNvSpPr/>
              <p:nvPr/>
            </p:nvSpPr>
            <p:spPr>
              <a:xfrm>
                <a:off x="1959824" y="3556194"/>
                <a:ext cx="225561" cy="286004"/>
              </a:xfrm>
              <a:custGeom>
                <a:rect b="b" l="l" r="r" t="t"/>
                <a:pathLst>
                  <a:path extrusionOk="0" h="11328" w="8934">
                    <a:moveTo>
                      <a:pt x="5434" y="0"/>
                    </a:moveTo>
                    <a:cubicBezTo>
                      <a:pt x="4897" y="0"/>
                      <a:pt x="4415" y="169"/>
                      <a:pt x="3996" y="509"/>
                    </a:cubicBezTo>
                    <a:cubicBezTo>
                      <a:pt x="2855" y="1415"/>
                      <a:pt x="2386" y="3442"/>
                      <a:pt x="2334" y="5032"/>
                    </a:cubicBezTo>
                    <a:cubicBezTo>
                      <a:pt x="2249" y="7300"/>
                      <a:pt x="1845" y="9190"/>
                      <a:pt x="124" y="10996"/>
                    </a:cubicBezTo>
                    <a:cubicBezTo>
                      <a:pt x="0" y="11119"/>
                      <a:pt x="92" y="11328"/>
                      <a:pt x="268" y="11328"/>
                    </a:cubicBezTo>
                    <a:cubicBezTo>
                      <a:pt x="320" y="11328"/>
                      <a:pt x="372" y="11308"/>
                      <a:pt x="411" y="11269"/>
                    </a:cubicBezTo>
                    <a:cubicBezTo>
                      <a:pt x="2210" y="9366"/>
                      <a:pt x="2640" y="7404"/>
                      <a:pt x="2725" y="5045"/>
                    </a:cubicBezTo>
                    <a:cubicBezTo>
                      <a:pt x="2777" y="3611"/>
                      <a:pt x="3207" y="1643"/>
                      <a:pt x="4243" y="815"/>
                    </a:cubicBezTo>
                    <a:cubicBezTo>
                      <a:pt x="4594" y="534"/>
                      <a:pt x="4997" y="394"/>
                      <a:pt x="5449" y="394"/>
                    </a:cubicBezTo>
                    <a:cubicBezTo>
                      <a:pt x="5594" y="394"/>
                      <a:pt x="5744" y="409"/>
                      <a:pt x="5899" y="437"/>
                    </a:cubicBezTo>
                    <a:cubicBezTo>
                      <a:pt x="6303" y="515"/>
                      <a:pt x="6603" y="743"/>
                      <a:pt x="6909" y="991"/>
                    </a:cubicBezTo>
                    <a:cubicBezTo>
                      <a:pt x="7290" y="1282"/>
                      <a:pt x="7679" y="1585"/>
                      <a:pt x="8254" y="1585"/>
                    </a:cubicBezTo>
                    <a:cubicBezTo>
                      <a:pt x="8388" y="1585"/>
                      <a:pt x="8532" y="1569"/>
                      <a:pt x="8688" y="1532"/>
                    </a:cubicBezTo>
                    <a:cubicBezTo>
                      <a:pt x="8934" y="1478"/>
                      <a:pt x="8877" y="1139"/>
                      <a:pt x="8664" y="1139"/>
                    </a:cubicBezTo>
                    <a:cubicBezTo>
                      <a:pt x="8645" y="1139"/>
                      <a:pt x="8625" y="1142"/>
                      <a:pt x="8604" y="1148"/>
                    </a:cubicBezTo>
                    <a:cubicBezTo>
                      <a:pt x="8482" y="1176"/>
                      <a:pt x="8369" y="1188"/>
                      <a:pt x="8265" y="1188"/>
                    </a:cubicBezTo>
                    <a:cubicBezTo>
                      <a:pt x="7811" y="1188"/>
                      <a:pt x="7500" y="948"/>
                      <a:pt x="7150" y="678"/>
                    </a:cubicBezTo>
                    <a:cubicBezTo>
                      <a:pt x="6837" y="431"/>
                      <a:pt x="6472" y="150"/>
                      <a:pt x="5971" y="53"/>
                    </a:cubicBezTo>
                    <a:cubicBezTo>
                      <a:pt x="5786" y="18"/>
                      <a:pt x="5607" y="0"/>
                      <a:pt x="543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38"/>
              <p:cNvSpPr/>
              <p:nvPr/>
            </p:nvSpPr>
            <p:spPr>
              <a:xfrm>
                <a:off x="2112042" y="3663320"/>
                <a:ext cx="78015" cy="446780"/>
              </a:xfrm>
              <a:custGeom>
                <a:rect b="b" l="l" r="r" t="t"/>
                <a:pathLst>
                  <a:path extrusionOk="0" h="17696" w="3090">
                    <a:moveTo>
                      <a:pt x="2666" y="0"/>
                    </a:moveTo>
                    <a:cubicBezTo>
                      <a:pt x="2580" y="0"/>
                      <a:pt x="2494" y="51"/>
                      <a:pt x="2477" y="163"/>
                    </a:cubicBezTo>
                    <a:cubicBezTo>
                      <a:pt x="2301" y="1252"/>
                      <a:pt x="2379" y="2464"/>
                      <a:pt x="2457" y="3631"/>
                    </a:cubicBezTo>
                    <a:cubicBezTo>
                      <a:pt x="2568" y="5416"/>
                      <a:pt x="2685" y="7261"/>
                      <a:pt x="1942" y="8727"/>
                    </a:cubicBezTo>
                    <a:lnTo>
                      <a:pt x="1916" y="8779"/>
                    </a:lnTo>
                    <a:cubicBezTo>
                      <a:pt x="978" y="10630"/>
                      <a:pt x="0" y="12547"/>
                      <a:pt x="430" y="14795"/>
                    </a:cubicBezTo>
                    <a:cubicBezTo>
                      <a:pt x="515" y="15264"/>
                      <a:pt x="789" y="15675"/>
                      <a:pt x="1050" y="16086"/>
                    </a:cubicBezTo>
                    <a:cubicBezTo>
                      <a:pt x="1362" y="16561"/>
                      <a:pt x="1656" y="17018"/>
                      <a:pt x="1604" y="17480"/>
                    </a:cubicBezTo>
                    <a:cubicBezTo>
                      <a:pt x="1591" y="17585"/>
                      <a:pt x="1669" y="17682"/>
                      <a:pt x="1780" y="17695"/>
                    </a:cubicBezTo>
                    <a:lnTo>
                      <a:pt x="1799" y="17695"/>
                    </a:lnTo>
                    <a:cubicBezTo>
                      <a:pt x="1903" y="17695"/>
                      <a:pt x="1988" y="17617"/>
                      <a:pt x="1995" y="17519"/>
                    </a:cubicBezTo>
                    <a:cubicBezTo>
                      <a:pt x="2066" y="16913"/>
                      <a:pt x="1721" y="16379"/>
                      <a:pt x="1382" y="15864"/>
                    </a:cubicBezTo>
                    <a:cubicBezTo>
                      <a:pt x="1141" y="15493"/>
                      <a:pt x="887" y="15108"/>
                      <a:pt x="815" y="14723"/>
                    </a:cubicBezTo>
                    <a:cubicBezTo>
                      <a:pt x="417" y="12605"/>
                      <a:pt x="1317" y="10826"/>
                      <a:pt x="2268" y="8949"/>
                    </a:cubicBezTo>
                    <a:lnTo>
                      <a:pt x="2294" y="8903"/>
                    </a:lnTo>
                    <a:cubicBezTo>
                      <a:pt x="3090" y="7346"/>
                      <a:pt x="2966" y="5442"/>
                      <a:pt x="2848" y="3611"/>
                    </a:cubicBezTo>
                    <a:cubicBezTo>
                      <a:pt x="2770" y="2405"/>
                      <a:pt x="2698" y="1271"/>
                      <a:pt x="2861" y="228"/>
                    </a:cubicBezTo>
                    <a:cubicBezTo>
                      <a:pt x="2887" y="83"/>
                      <a:pt x="2776" y="0"/>
                      <a:pt x="266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38"/>
              <p:cNvSpPr/>
              <p:nvPr/>
            </p:nvSpPr>
            <p:spPr>
              <a:xfrm>
                <a:off x="2177786" y="3807407"/>
                <a:ext cx="26257" cy="34791"/>
              </a:xfrm>
              <a:custGeom>
                <a:rect b="b" l="l" r="r" t="t"/>
                <a:pathLst>
                  <a:path extrusionOk="0" h="1378" w="1040">
                    <a:moveTo>
                      <a:pt x="283" y="1"/>
                    </a:moveTo>
                    <a:cubicBezTo>
                      <a:pt x="127" y="1"/>
                      <a:pt x="0" y="210"/>
                      <a:pt x="153" y="348"/>
                    </a:cubicBezTo>
                    <a:cubicBezTo>
                      <a:pt x="414" y="563"/>
                      <a:pt x="583" y="870"/>
                      <a:pt x="635" y="1208"/>
                    </a:cubicBezTo>
                    <a:cubicBezTo>
                      <a:pt x="648" y="1306"/>
                      <a:pt x="727" y="1378"/>
                      <a:pt x="831" y="1378"/>
                    </a:cubicBezTo>
                    <a:lnTo>
                      <a:pt x="857" y="1378"/>
                    </a:lnTo>
                    <a:cubicBezTo>
                      <a:pt x="961" y="1358"/>
                      <a:pt x="1040" y="1261"/>
                      <a:pt x="1027" y="1156"/>
                    </a:cubicBezTo>
                    <a:cubicBezTo>
                      <a:pt x="961" y="726"/>
                      <a:pt x="746" y="335"/>
                      <a:pt x="414" y="55"/>
                    </a:cubicBezTo>
                    <a:cubicBezTo>
                      <a:pt x="371" y="17"/>
                      <a:pt x="326" y="1"/>
                      <a:pt x="28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38"/>
              <p:cNvSpPr/>
              <p:nvPr/>
            </p:nvSpPr>
            <p:spPr>
              <a:xfrm>
                <a:off x="2104947" y="4021784"/>
                <a:ext cx="26005" cy="78772"/>
              </a:xfrm>
              <a:custGeom>
                <a:rect b="b" l="l" r="r" t="t"/>
                <a:pathLst>
                  <a:path extrusionOk="0" h="3120" w="1030">
                    <a:moveTo>
                      <a:pt x="768" y="1"/>
                    </a:moveTo>
                    <a:cubicBezTo>
                      <a:pt x="704" y="1"/>
                      <a:pt x="641" y="32"/>
                      <a:pt x="601" y="108"/>
                    </a:cubicBezTo>
                    <a:cubicBezTo>
                      <a:pt x="196" y="877"/>
                      <a:pt x="1" y="1822"/>
                      <a:pt x="34" y="2924"/>
                    </a:cubicBezTo>
                    <a:cubicBezTo>
                      <a:pt x="34" y="3035"/>
                      <a:pt x="125" y="3119"/>
                      <a:pt x="229" y="3119"/>
                    </a:cubicBezTo>
                    <a:lnTo>
                      <a:pt x="236" y="3119"/>
                    </a:lnTo>
                    <a:cubicBezTo>
                      <a:pt x="346" y="3113"/>
                      <a:pt x="431" y="3022"/>
                      <a:pt x="425" y="2917"/>
                    </a:cubicBezTo>
                    <a:cubicBezTo>
                      <a:pt x="399" y="1894"/>
                      <a:pt x="581" y="988"/>
                      <a:pt x="946" y="291"/>
                    </a:cubicBezTo>
                    <a:cubicBezTo>
                      <a:pt x="1030" y="137"/>
                      <a:pt x="899" y="1"/>
                      <a:pt x="76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38"/>
              <p:cNvSpPr/>
              <p:nvPr/>
            </p:nvSpPr>
            <p:spPr>
              <a:xfrm>
                <a:off x="2143273" y="3921475"/>
                <a:ext cx="34438" cy="45799"/>
              </a:xfrm>
              <a:custGeom>
                <a:rect b="b" l="l" r="r" t="t"/>
                <a:pathLst>
                  <a:path extrusionOk="0" h="1814" w="1364">
                    <a:moveTo>
                      <a:pt x="284" y="0"/>
                    </a:moveTo>
                    <a:cubicBezTo>
                      <a:pt x="97" y="0"/>
                      <a:pt x="0" y="289"/>
                      <a:pt x="210" y="379"/>
                    </a:cubicBezTo>
                    <a:cubicBezTo>
                      <a:pt x="640" y="568"/>
                      <a:pt x="953" y="1090"/>
                      <a:pt x="966" y="1618"/>
                    </a:cubicBezTo>
                    <a:cubicBezTo>
                      <a:pt x="966" y="1728"/>
                      <a:pt x="1051" y="1813"/>
                      <a:pt x="1162" y="1813"/>
                    </a:cubicBezTo>
                    <a:lnTo>
                      <a:pt x="1168" y="1813"/>
                    </a:lnTo>
                    <a:cubicBezTo>
                      <a:pt x="1279" y="1807"/>
                      <a:pt x="1364" y="1722"/>
                      <a:pt x="1364" y="1611"/>
                    </a:cubicBezTo>
                    <a:cubicBezTo>
                      <a:pt x="1344" y="927"/>
                      <a:pt x="947" y="275"/>
                      <a:pt x="373" y="21"/>
                    </a:cubicBezTo>
                    <a:cubicBezTo>
                      <a:pt x="342" y="7"/>
                      <a:pt x="312" y="0"/>
                      <a:pt x="28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38"/>
              <p:cNvSpPr/>
              <p:nvPr/>
            </p:nvSpPr>
            <p:spPr>
              <a:xfrm>
                <a:off x="2065965" y="3199069"/>
                <a:ext cx="117350" cy="370154"/>
              </a:xfrm>
              <a:custGeom>
                <a:rect b="b" l="l" r="r" t="t"/>
                <a:pathLst>
                  <a:path extrusionOk="0" h="14661" w="4648">
                    <a:moveTo>
                      <a:pt x="787" y="1"/>
                    </a:moveTo>
                    <a:cubicBezTo>
                      <a:pt x="713" y="1"/>
                      <a:pt x="640" y="41"/>
                      <a:pt x="606" y="133"/>
                    </a:cubicBezTo>
                    <a:cubicBezTo>
                      <a:pt x="580" y="224"/>
                      <a:pt x="0" y="2310"/>
                      <a:pt x="2099" y="4330"/>
                    </a:cubicBezTo>
                    <a:cubicBezTo>
                      <a:pt x="4061" y="6207"/>
                      <a:pt x="4250" y="8847"/>
                      <a:pt x="4250" y="8860"/>
                    </a:cubicBezTo>
                    <a:lnTo>
                      <a:pt x="4250" y="14465"/>
                    </a:lnTo>
                    <a:cubicBezTo>
                      <a:pt x="4250" y="14576"/>
                      <a:pt x="4341" y="14660"/>
                      <a:pt x="4452" y="14660"/>
                    </a:cubicBezTo>
                    <a:cubicBezTo>
                      <a:pt x="4556" y="14660"/>
                      <a:pt x="4641" y="14576"/>
                      <a:pt x="4647" y="14471"/>
                    </a:cubicBezTo>
                    <a:lnTo>
                      <a:pt x="4647" y="8847"/>
                    </a:lnTo>
                    <a:cubicBezTo>
                      <a:pt x="4641" y="8729"/>
                      <a:pt x="4445" y="6025"/>
                      <a:pt x="2373" y="4043"/>
                    </a:cubicBezTo>
                    <a:cubicBezTo>
                      <a:pt x="457" y="2199"/>
                      <a:pt x="958" y="328"/>
                      <a:pt x="984" y="244"/>
                    </a:cubicBezTo>
                    <a:cubicBezTo>
                      <a:pt x="1016" y="97"/>
                      <a:pt x="901" y="1"/>
                      <a:pt x="787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38"/>
              <p:cNvSpPr/>
              <p:nvPr/>
            </p:nvSpPr>
            <p:spPr>
              <a:xfrm>
                <a:off x="2083234" y="3194499"/>
                <a:ext cx="117350" cy="370431"/>
              </a:xfrm>
              <a:custGeom>
                <a:rect b="b" l="l" r="r" t="t"/>
                <a:pathLst>
                  <a:path extrusionOk="0" h="14672" w="4648">
                    <a:moveTo>
                      <a:pt x="789" y="0"/>
                    </a:moveTo>
                    <a:cubicBezTo>
                      <a:pt x="711" y="0"/>
                      <a:pt x="635" y="44"/>
                      <a:pt x="607" y="144"/>
                    </a:cubicBezTo>
                    <a:cubicBezTo>
                      <a:pt x="581" y="236"/>
                      <a:pt x="1" y="2321"/>
                      <a:pt x="2099" y="4335"/>
                    </a:cubicBezTo>
                    <a:cubicBezTo>
                      <a:pt x="4061" y="6212"/>
                      <a:pt x="4250" y="8852"/>
                      <a:pt x="4250" y="8865"/>
                    </a:cubicBezTo>
                    <a:lnTo>
                      <a:pt x="4250" y="14476"/>
                    </a:lnTo>
                    <a:cubicBezTo>
                      <a:pt x="4250" y="14587"/>
                      <a:pt x="4341" y="14672"/>
                      <a:pt x="4452" y="14672"/>
                    </a:cubicBezTo>
                    <a:cubicBezTo>
                      <a:pt x="4556" y="14672"/>
                      <a:pt x="4641" y="14587"/>
                      <a:pt x="4648" y="14483"/>
                    </a:cubicBezTo>
                    <a:lnTo>
                      <a:pt x="4648" y="8858"/>
                    </a:lnTo>
                    <a:cubicBezTo>
                      <a:pt x="4641" y="8741"/>
                      <a:pt x="4446" y="6036"/>
                      <a:pt x="2373" y="4055"/>
                    </a:cubicBezTo>
                    <a:cubicBezTo>
                      <a:pt x="457" y="2210"/>
                      <a:pt x="959" y="340"/>
                      <a:pt x="985" y="255"/>
                    </a:cubicBezTo>
                    <a:cubicBezTo>
                      <a:pt x="1028" y="102"/>
                      <a:pt x="907" y="0"/>
                      <a:pt x="789" y="0"/>
                    </a:cubicBezTo>
                    <a:close/>
                  </a:path>
                </a:pathLst>
              </a:custGeom>
              <a:solidFill>
                <a:srgbClr val="8292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38"/>
              <p:cNvSpPr/>
              <p:nvPr/>
            </p:nvSpPr>
            <p:spPr>
              <a:xfrm>
                <a:off x="2104796" y="3190257"/>
                <a:ext cx="49359" cy="67966"/>
              </a:xfrm>
              <a:custGeom>
                <a:rect b="b" l="l" r="r" t="t"/>
                <a:pathLst>
                  <a:path extrusionOk="0" h="2692" w="1955">
                    <a:moveTo>
                      <a:pt x="1720" y="0"/>
                    </a:moveTo>
                    <a:cubicBezTo>
                      <a:pt x="1638" y="0"/>
                      <a:pt x="1556" y="48"/>
                      <a:pt x="1532" y="156"/>
                    </a:cubicBezTo>
                    <a:cubicBezTo>
                      <a:pt x="1141" y="1811"/>
                      <a:pt x="202" y="2313"/>
                      <a:pt x="189" y="2320"/>
                    </a:cubicBezTo>
                    <a:cubicBezTo>
                      <a:pt x="0" y="2411"/>
                      <a:pt x="72" y="2691"/>
                      <a:pt x="274" y="2691"/>
                    </a:cubicBezTo>
                    <a:cubicBezTo>
                      <a:pt x="307" y="2691"/>
                      <a:pt x="339" y="2685"/>
                      <a:pt x="365" y="2672"/>
                    </a:cubicBezTo>
                    <a:cubicBezTo>
                      <a:pt x="411" y="2646"/>
                      <a:pt x="1473" y="2098"/>
                      <a:pt x="1917" y="247"/>
                    </a:cubicBezTo>
                    <a:cubicBezTo>
                      <a:pt x="1955" y="95"/>
                      <a:pt x="1837" y="0"/>
                      <a:pt x="1720" y="0"/>
                    </a:cubicBezTo>
                    <a:close/>
                  </a:path>
                </a:pathLst>
              </a:custGeom>
              <a:solidFill>
                <a:srgbClr val="8292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38"/>
              <p:cNvSpPr/>
              <p:nvPr/>
            </p:nvSpPr>
            <p:spPr>
              <a:xfrm>
                <a:off x="2024483" y="3177406"/>
                <a:ext cx="70617" cy="87558"/>
              </a:xfrm>
              <a:custGeom>
                <a:rect b="b" l="l" r="r" t="t"/>
                <a:pathLst>
                  <a:path extrusionOk="0" h="3468" w="2797">
                    <a:moveTo>
                      <a:pt x="828" y="0"/>
                    </a:moveTo>
                    <a:cubicBezTo>
                      <a:pt x="738" y="0"/>
                      <a:pt x="660" y="56"/>
                      <a:pt x="633" y="143"/>
                    </a:cubicBezTo>
                    <a:cubicBezTo>
                      <a:pt x="1" y="2412"/>
                      <a:pt x="2425" y="3441"/>
                      <a:pt x="2445" y="3448"/>
                    </a:cubicBezTo>
                    <a:cubicBezTo>
                      <a:pt x="2471" y="3461"/>
                      <a:pt x="2497" y="3461"/>
                      <a:pt x="2523" y="3461"/>
                    </a:cubicBezTo>
                    <a:lnTo>
                      <a:pt x="2523" y="3467"/>
                    </a:lnTo>
                    <a:cubicBezTo>
                      <a:pt x="2738" y="3467"/>
                      <a:pt x="2797" y="3168"/>
                      <a:pt x="2601" y="3083"/>
                    </a:cubicBezTo>
                    <a:cubicBezTo>
                      <a:pt x="2510" y="3050"/>
                      <a:pt x="477" y="2177"/>
                      <a:pt x="1011" y="254"/>
                    </a:cubicBezTo>
                    <a:cubicBezTo>
                      <a:pt x="1044" y="143"/>
                      <a:pt x="985" y="39"/>
                      <a:pt x="881" y="7"/>
                    </a:cubicBezTo>
                    <a:cubicBezTo>
                      <a:pt x="863" y="2"/>
                      <a:pt x="846" y="0"/>
                      <a:pt x="828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38"/>
              <p:cNvSpPr/>
              <p:nvPr/>
            </p:nvSpPr>
            <p:spPr>
              <a:xfrm>
                <a:off x="2211921" y="3198816"/>
                <a:ext cx="117174" cy="370406"/>
              </a:xfrm>
              <a:custGeom>
                <a:rect b="b" l="l" r="r" t="t"/>
                <a:pathLst>
                  <a:path extrusionOk="0" h="14671" w="4641">
                    <a:moveTo>
                      <a:pt x="3854" y="1"/>
                    </a:moveTo>
                    <a:cubicBezTo>
                      <a:pt x="3734" y="1"/>
                      <a:pt x="3612" y="103"/>
                      <a:pt x="3663" y="260"/>
                    </a:cubicBezTo>
                    <a:cubicBezTo>
                      <a:pt x="3663" y="280"/>
                      <a:pt x="4198" y="2202"/>
                      <a:pt x="2262" y="4053"/>
                    </a:cubicBezTo>
                    <a:cubicBezTo>
                      <a:pt x="196" y="6041"/>
                      <a:pt x="13" y="8746"/>
                      <a:pt x="7" y="8870"/>
                    </a:cubicBezTo>
                    <a:lnTo>
                      <a:pt x="7" y="14475"/>
                    </a:lnTo>
                    <a:cubicBezTo>
                      <a:pt x="0" y="14586"/>
                      <a:pt x="92" y="14670"/>
                      <a:pt x="196" y="14670"/>
                    </a:cubicBezTo>
                    <a:cubicBezTo>
                      <a:pt x="307" y="14670"/>
                      <a:pt x="398" y="14586"/>
                      <a:pt x="398" y="14475"/>
                    </a:cubicBezTo>
                    <a:lnTo>
                      <a:pt x="398" y="8883"/>
                    </a:lnTo>
                    <a:cubicBezTo>
                      <a:pt x="398" y="8857"/>
                      <a:pt x="580" y="6211"/>
                      <a:pt x="2536" y="4340"/>
                    </a:cubicBezTo>
                    <a:cubicBezTo>
                      <a:pt x="4641" y="2326"/>
                      <a:pt x="4061" y="234"/>
                      <a:pt x="4041" y="149"/>
                    </a:cubicBezTo>
                    <a:cubicBezTo>
                      <a:pt x="4013" y="45"/>
                      <a:pt x="3934" y="1"/>
                      <a:pt x="385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38"/>
              <p:cNvSpPr/>
              <p:nvPr/>
            </p:nvSpPr>
            <p:spPr>
              <a:xfrm>
                <a:off x="2194651" y="3194600"/>
                <a:ext cx="117022" cy="370330"/>
              </a:xfrm>
              <a:custGeom>
                <a:rect b="b" l="l" r="r" t="t"/>
                <a:pathLst>
                  <a:path extrusionOk="0" h="14668" w="4635">
                    <a:moveTo>
                      <a:pt x="3857" y="1"/>
                    </a:moveTo>
                    <a:cubicBezTo>
                      <a:pt x="3738" y="1"/>
                      <a:pt x="3617" y="101"/>
                      <a:pt x="3656" y="251"/>
                    </a:cubicBezTo>
                    <a:cubicBezTo>
                      <a:pt x="3682" y="329"/>
                      <a:pt x="4184" y="2206"/>
                      <a:pt x="2262" y="4051"/>
                    </a:cubicBezTo>
                    <a:cubicBezTo>
                      <a:pt x="196" y="6032"/>
                      <a:pt x="7" y="8737"/>
                      <a:pt x="0" y="8861"/>
                    </a:cubicBezTo>
                    <a:lnTo>
                      <a:pt x="0" y="14472"/>
                    </a:lnTo>
                    <a:cubicBezTo>
                      <a:pt x="0" y="14583"/>
                      <a:pt x="91" y="14668"/>
                      <a:pt x="202" y="14668"/>
                    </a:cubicBezTo>
                    <a:cubicBezTo>
                      <a:pt x="306" y="14668"/>
                      <a:pt x="398" y="14583"/>
                      <a:pt x="398" y="14472"/>
                    </a:cubicBezTo>
                    <a:lnTo>
                      <a:pt x="398" y="8874"/>
                    </a:lnTo>
                    <a:cubicBezTo>
                      <a:pt x="398" y="8848"/>
                      <a:pt x="580" y="6208"/>
                      <a:pt x="2535" y="4331"/>
                    </a:cubicBezTo>
                    <a:cubicBezTo>
                      <a:pt x="4634" y="2317"/>
                      <a:pt x="4060" y="232"/>
                      <a:pt x="4041" y="140"/>
                    </a:cubicBezTo>
                    <a:cubicBezTo>
                      <a:pt x="4010" y="43"/>
                      <a:pt x="3934" y="1"/>
                      <a:pt x="3857" y="1"/>
                    </a:cubicBezTo>
                    <a:close/>
                  </a:path>
                </a:pathLst>
              </a:custGeom>
              <a:solidFill>
                <a:srgbClr val="8292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38"/>
              <p:cNvSpPr/>
              <p:nvPr/>
            </p:nvSpPr>
            <p:spPr>
              <a:xfrm>
                <a:off x="2240753" y="3190358"/>
                <a:ext cx="49182" cy="67865"/>
              </a:xfrm>
              <a:custGeom>
                <a:rect b="b" l="l" r="r" t="t"/>
                <a:pathLst>
                  <a:path extrusionOk="0" h="2688" w="1948">
                    <a:moveTo>
                      <a:pt x="230" y="1"/>
                    </a:moveTo>
                    <a:cubicBezTo>
                      <a:pt x="116" y="1"/>
                      <a:pt x="1" y="94"/>
                      <a:pt x="32" y="243"/>
                    </a:cubicBezTo>
                    <a:cubicBezTo>
                      <a:pt x="468" y="2094"/>
                      <a:pt x="1537" y="2642"/>
                      <a:pt x="1583" y="2668"/>
                    </a:cubicBezTo>
                    <a:cubicBezTo>
                      <a:pt x="1609" y="2681"/>
                      <a:pt x="1641" y="2687"/>
                      <a:pt x="1667" y="2687"/>
                    </a:cubicBezTo>
                    <a:lnTo>
                      <a:pt x="1674" y="2687"/>
                    </a:lnTo>
                    <a:cubicBezTo>
                      <a:pt x="1883" y="2687"/>
                      <a:pt x="1948" y="2407"/>
                      <a:pt x="1765" y="2316"/>
                    </a:cubicBezTo>
                    <a:cubicBezTo>
                      <a:pt x="1752" y="2309"/>
                      <a:pt x="814" y="1814"/>
                      <a:pt x="416" y="152"/>
                    </a:cubicBezTo>
                    <a:cubicBezTo>
                      <a:pt x="389" y="47"/>
                      <a:pt x="310" y="1"/>
                      <a:pt x="230" y="1"/>
                    </a:cubicBezTo>
                    <a:close/>
                  </a:path>
                </a:pathLst>
              </a:custGeom>
              <a:solidFill>
                <a:srgbClr val="8292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38"/>
              <p:cNvSpPr/>
              <p:nvPr/>
            </p:nvSpPr>
            <p:spPr>
              <a:xfrm>
                <a:off x="2299504" y="3177507"/>
                <a:ext cx="70743" cy="87281"/>
              </a:xfrm>
              <a:custGeom>
                <a:rect b="b" l="l" r="r" t="t"/>
                <a:pathLst>
                  <a:path extrusionOk="0" h="3457" w="2802">
                    <a:moveTo>
                      <a:pt x="1983" y="1"/>
                    </a:moveTo>
                    <a:cubicBezTo>
                      <a:pt x="1866" y="1"/>
                      <a:pt x="1749" y="95"/>
                      <a:pt x="1785" y="244"/>
                    </a:cubicBezTo>
                    <a:cubicBezTo>
                      <a:pt x="2326" y="2173"/>
                      <a:pt x="292" y="3046"/>
                      <a:pt x="201" y="3079"/>
                    </a:cubicBezTo>
                    <a:cubicBezTo>
                      <a:pt x="1" y="3163"/>
                      <a:pt x="56" y="3457"/>
                      <a:pt x="272" y="3457"/>
                    </a:cubicBezTo>
                    <a:cubicBezTo>
                      <a:pt x="274" y="3457"/>
                      <a:pt x="277" y="3457"/>
                      <a:pt x="279" y="3457"/>
                    </a:cubicBezTo>
                    <a:cubicBezTo>
                      <a:pt x="305" y="3457"/>
                      <a:pt x="331" y="3457"/>
                      <a:pt x="351" y="3444"/>
                    </a:cubicBezTo>
                    <a:cubicBezTo>
                      <a:pt x="377" y="3437"/>
                      <a:pt x="2801" y="2408"/>
                      <a:pt x="2169" y="139"/>
                    </a:cubicBezTo>
                    <a:cubicBezTo>
                      <a:pt x="2138" y="43"/>
                      <a:pt x="2060" y="1"/>
                      <a:pt x="1983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38"/>
              <p:cNvSpPr/>
              <p:nvPr/>
            </p:nvSpPr>
            <p:spPr>
              <a:xfrm>
                <a:off x="2158118" y="3552180"/>
                <a:ext cx="33099" cy="33983"/>
              </a:xfrm>
              <a:custGeom>
                <a:rect b="b" l="l" r="r" t="t"/>
                <a:pathLst>
                  <a:path extrusionOk="0" h="1346" w="1311">
                    <a:moveTo>
                      <a:pt x="856" y="1"/>
                    </a:moveTo>
                    <a:cubicBezTo>
                      <a:pt x="825" y="1"/>
                      <a:pt x="792" y="8"/>
                      <a:pt x="763" y="23"/>
                    </a:cubicBezTo>
                    <a:lnTo>
                      <a:pt x="756" y="23"/>
                    </a:lnTo>
                    <a:lnTo>
                      <a:pt x="737" y="10"/>
                    </a:lnTo>
                    <a:lnTo>
                      <a:pt x="717" y="10"/>
                    </a:lnTo>
                    <a:cubicBezTo>
                      <a:pt x="639" y="10"/>
                      <a:pt x="209" y="335"/>
                      <a:pt x="209" y="335"/>
                    </a:cubicBezTo>
                    <a:cubicBezTo>
                      <a:pt x="117" y="440"/>
                      <a:pt x="52" y="550"/>
                      <a:pt x="7" y="674"/>
                    </a:cubicBezTo>
                    <a:lnTo>
                      <a:pt x="0" y="700"/>
                    </a:lnTo>
                    <a:lnTo>
                      <a:pt x="0" y="720"/>
                    </a:lnTo>
                    <a:cubicBezTo>
                      <a:pt x="46" y="922"/>
                      <a:pt x="98" y="1111"/>
                      <a:pt x="150" y="1274"/>
                    </a:cubicBezTo>
                    <a:lnTo>
                      <a:pt x="170" y="1320"/>
                    </a:lnTo>
                    <a:lnTo>
                      <a:pt x="222" y="1326"/>
                    </a:lnTo>
                    <a:lnTo>
                      <a:pt x="287" y="1339"/>
                    </a:lnTo>
                    <a:lnTo>
                      <a:pt x="326" y="1346"/>
                    </a:lnTo>
                    <a:lnTo>
                      <a:pt x="359" y="1326"/>
                    </a:lnTo>
                    <a:lnTo>
                      <a:pt x="398" y="1293"/>
                    </a:lnTo>
                    <a:lnTo>
                      <a:pt x="398" y="1254"/>
                    </a:lnTo>
                    <a:cubicBezTo>
                      <a:pt x="424" y="792"/>
                      <a:pt x="678" y="440"/>
                      <a:pt x="1154" y="212"/>
                    </a:cubicBezTo>
                    <a:lnTo>
                      <a:pt x="1310" y="140"/>
                    </a:lnTo>
                    <a:lnTo>
                      <a:pt x="1154" y="62"/>
                    </a:lnTo>
                    <a:cubicBezTo>
                      <a:pt x="1069" y="23"/>
                      <a:pt x="978" y="3"/>
                      <a:pt x="887" y="3"/>
                    </a:cubicBezTo>
                    <a:cubicBezTo>
                      <a:pt x="877" y="1"/>
                      <a:pt x="867" y="1"/>
                      <a:pt x="85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38"/>
              <p:cNvSpPr/>
              <p:nvPr/>
            </p:nvSpPr>
            <p:spPr>
              <a:xfrm>
                <a:off x="2155796" y="3550110"/>
                <a:ext cx="40194" cy="38351"/>
              </a:xfrm>
              <a:custGeom>
                <a:rect b="b" l="l" r="r" t="t"/>
                <a:pathLst>
                  <a:path extrusionOk="0" h="1519" w="1592">
                    <a:moveTo>
                      <a:pt x="979" y="163"/>
                    </a:moveTo>
                    <a:cubicBezTo>
                      <a:pt x="1063" y="163"/>
                      <a:pt x="1141" y="183"/>
                      <a:pt x="1213" y="222"/>
                    </a:cubicBezTo>
                    <a:cubicBezTo>
                      <a:pt x="594" y="515"/>
                      <a:pt x="425" y="971"/>
                      <a:pt x="411" y="1330"/>
                    </a:cubicBezTo>
                    <a:lnTo>
                      <a:pt x="398" y="1343"/>
                    </a:lnTo>
                    <a:lnTo>
                      <a:pt x="320" y="1330"/>
                    </a:lnTo>
                    <a:cubicBezTo>
                      <a:pt x="262" y="1154"/>
                      <a:pt x="216" y="971"/>
                      <a:pt x="177" y="789"/>
                    </a:cubicBezTo>
                    <a:cubicBezTo>
                      <a:pt x="216" y="672"/>
                      <a:pt x="281" y="567"/>
                      <a:pt x="359" y="476"/>
                    </a:cubicBezTo>
                    <a:cubicBezTo>
                      <a:pt x="503" y="365"/>
                      <a:pt x="653" y="268"/>
                      <a:pt x="809" y="176"/>
                    </a:cubicBezTo>
                    <a:cubicBezTo>
                      <a:pt x="822" y="183"/>
                      <a:pt x="835" y="183"/>
                      <a:pt x="842" y="183"/>
                    </a:cubicBezTo>
                    <a:cubicBezTo>
                      <a:pt x="855" y="183"/>
                      <a:pt x="868" y="183"/>
                      <a:pt x="881" y="176"/>
                    </a:cubicBezTo>
                    <a:cubicBezTo>
                      <a:pt x="913" y="170"/>
                      <a:pt x="946" y="163"/>
                      <a:pt x="979" y="163"/>
                    </a:cubicBezTo>
                    <a:close/>
                    <a:moveTo>
                      <a:pt x="979" y="0"/>
                    </a:moveTo>
                    <a:cubicBezTo>
                      <a:pt x="939" y="0"/>
                      <a:pt x="894" y="7"/>
                      <a:pt x="855" y="13"/>
                    </a:cubicBezTo>
                    <a:lnTo>
                      <a:pt x="809" y="13"/>
                    </a:lnTo>
                    <a:cubicBezTo>
                      <a:pt x="757" y="13"/>
                      <a:pt x="731" y="26"/>
                      <a:pt x="483" y="183"/>
                    </a:cubicBezTo>
                    <a:cubicBezTo>
                      <a:pt x="398" y="235"/>
                      <a:pt x="314" y="300"/>
                      <a:pt x="236" y="365"/>
                    </a:cubicBezTo>
                    <a:cubicBezTo>
                      <a:pt x="138" y="476"/>
                      <a:pt x="66" y="593"/>
                      <a:pt x="20" y="730"/>
                    </a:cubicBezTo>
                    <a:lnTo>
                      <a:pt x="1" y="776"/>
                    </a:lnTo>
                    <a:lnTo>
                      <a:pt x="7" y="821"/>
                    </a:lnTo>
                    <a:cubicBezTo>
                      <a:pt x="53" y="1030"/>
                      <a:pt x="105" y="1213"/>
                      <a:pt x="164" y="1382"/>
                    </a:cubicBezTo>
                    <a:lnTo>
                      <a:pt x="196" y="1480"/>
                    </a:lnTo>
                    <a:lnTo>
                      <a:pt x="294" y="1493"/>
                    </a:lnTo>
                    <a:lnTo>
                      <a:pt x="359" y="1506"/>
                    </a:lnTo>
                    <a:lnTo>
                      <a:pt x="431" y="1519"/>
                    </a:lnTo>
                    <a:lnTo>
                      <a:pt x="490" y="1473"/>
                    </a:lnTo>
                    <a:lnTo>
                      <a:pt x="496" y="1467"/>
                    </a:lnTo>
                    <a:lnTo>
                      <a:pt x="561" y="1421"/>
                    </a:lnTo>
                    <a:lnTo>
                      <a:pt x="568" y="1336"/>
                    </a:lnTo>
                    <a:cubicBezTo>
                      <a:pt x="587" y="906"/>
                      <a:pt x="829" y="580"/>
                      <a:pt x="1278" y="365"/>
                    </a:cubicBezTo>
                    <a:lnTo>
                      <a:pt x="1591" y="215"/>
                    </a:lnTo>
                    <a:lnTo>
                      <a:pt x="1278" y="72"/>
                    </a:lnTo>
                    <a:cubicBezTo>
                      <a:pt x="1181" y="26"/>
                      <a:pt x="1083" y="0"/>
                      <a:pt x="979" y="0"/>
                    </a:cubicBezTo>
                    <a:close/>
                  </a:path>
                </a:pathLst>
              </a:custGeom>
              <a:solidFill>
                <a:srgbClr val="F2F4F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38"/>
              <p:cNvSpPr/>
              <p:nvPr/>
            </p:nvSpPr>
            <p:spPr>
              <a:xfrm>
                <a:off x="2202529" y="3560310"/>
                <a:ext cx="27520" cy="26182"/>
              </a:xfrm>
              <a:custGeom>
                <a:rect b="b" l="l" r="r" t="t"/>
                <a:pathLst>
                  <a:path extrusionOk="0" h="1037" w="1090">
                    <a:moveTo>
                      <a:pt x="620" y="0"/>
                    </a:moveTo>
                    <a:lnTo>
                      <a:pt x="379" y="157"/>
                    </a:lnTo>
                    <a:lnTo>
                      <a:pt x="438" y="235"/>
                    </a:lnTo>
                    <a:cubicBezTo>
                      <a:pt x="340" y="274"/>
                      <a:pt x="33" y="424"/>
                      <a:pt x="20" y="633"/>
                    </a:cubicBezTo>
                    <a:cubicBezTo>
                      <a:pt x="1" y="848"/>
                      <a:pt x="196" y="952"/>
                      <a:pt x="366" y="985"/>
                    </a:cubicBezTo>
                    <a:lnTo>
                      <a:pt x="385" y="985"/>
                    </a:lnTo>
                    <a:cubicBezTo>
                      <a:pt x="438" y="978"/>
                      <a:pt x="483" y="978"/>
                      <a:pt x="529" y="978"/>
                    </a:cubicBezTo>
                    <a:cubicBezTo>
                      <a:pt x="627" y="978"/>
                      <a:pt x="724" y="991"/>
                      <a:pt x="822" y="1011"/>
                    </a:cubicBezTo>
                    <a:lnTo>
                      <a:pt x="926" y="1037"/>
                    </a:lnTo>
                    <a:lnTo>
                      <a:pt x="926" y="926"/>
                    </a:lnTo>
                    <a:cubicBezTo>
                      <a:pt x="920" y="782"/>
                      <a:pt x="926" y="587"/>
                      <a:pt x="1031" y="502"/>
                    </a:cubicBezTo>
                    <a:lnTo>
                      <a:pt x="1089" y="450"/>
                    </a:lnTo>
                    <a:lnTo>
                      <a:pt x="939" y="255"/>
                    </a:lnTo>
                    <a:lnTo>
                      <a:pt x="881" y="287"/>
                    </a:lnTo>
                    <a:cubicBezTo>
                      <a:pt x="816" y="320"/>
                      <a:pt x="750" y="359"/>
                      <a:pt x="698" y="404"/>
                    </a:cubicBezTo>
                    <a:cubicBezTo>
                      <a:pt x="698" y="339"/>
                      <a:pt x="718" y="281"/>
                      <a:pt x="744" y="228"/>
                    </a:cubicBezTo>
                    <a:lnTo>
                      <a:pt x="783" y="176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38"/>
              <p:cNvSpPr/>
              <p:nvPr/>
            </p:nvSpPr>
            <p:spPr>
              <a:xfrm>
                <a:off x="2200408" y="3557507"/>
                <a:ext cx="32443" cy="31458"/>
              </a:xfrm>
              <a:custGeom>
                <a:rect b="b" l="l" r="r" t="t"/>
                <a:pathLst>
                  <a:path extrusionOk="0" h="1246" w="1285">
                    <a:moveTo>
                      <a:pt x="691" y="209"/>
                    </a:moveTo>
                    <a:lnTo>
                      <a:pt x="691" y="216"/>
                    </a:lnTo>
                    <a:lnTo>
                      <a:pt x="763" y="287"/>
                    </a:lnTo>
                    <a:cubicBezTo>
                      <a:pt x="711" y="379"/>
                      <a:pt x="691" y="476"/>
                      <a:pt x="698" y="581"/>
                    </a:cubicBezTo>
                    <a:cubicBezTo>
                      <a:pt x="698" y="607"/>
                      <a:pt x="711" y="626"/>
                      <a:pt x="737" y="633"/>
                    </a:cubicBezTo>
                    <a:lnTo>
                      <a:pt x="750" y="633"/>
                    </a:lnTo>
                    <a:cubicBezTo>
                      <a:pt x="769" y="633"/>
                      <a:pt x="789" y="620"/>
                      <a:pt x="795" y="607"/>
                    </a:cubicBezTo>
                    <a:cubicBezTo>
                      <a:pt x="854" y="548"/>
                      <a:pt x="919" y="502"/>
                      <a:pt x="997" y="463"/>
                    </a:cubicBezTo>
                    <a:lnTo>
                      <a:pt x="1063" y="548"/>
                    </a:lnTo>
                    <a:cubicBezTo>
                      <a:pt x="932" y="659"/>
                      <a:pt x="919" y="874"/>
                      <a:pt x="926" y="1043"/>
                    </a:cubicBezTo>
                    <a:cubicBezTo>
                      <a:pt x="821" y="1017"/>
                      <a:pt x="717" y="1004"/>
                      <a:pt x="613" y="1004"/>
                    </a:cubicBezTo>
                    <a:cubicBezTo>
                      <a:pt x="567" y="1004"/>
                      <a:pt x="515" y="1004"/>
                      <a:pt x="463" y="1011"/>
                    </a:cubicBezTo>
                    <a:cubicBezTo>
                      <a:pt x="461" y="1011"/>
                      <a:pt x="458" y="1011"/>
                      <a:pt x="456" y="1011"/>
                    </a:cubicBezTo>
                    <a:cubicBezTo>
                      <a:pt x="396" y="1011"/>
                      <a:pt x="170" y="943"/>
                      <a:pt x="183" y="750"/>
                    </a:cubicBezTo>
                    <a:cubicBezTo>
                      <a:pt x="196" y="581"/>
                      <a:pt x="476" y="444"/>
                      <a:pt x="587" y="411"/>
                    </a:cubicBezTo>
                    <a:cubicBezTo>
                      <a:pt x="600" y="405"/>
                      <a:pt x="613" y="392"/>
                      <a:pt x="619" y="372"/>
                    </a:cubicBezTo>
                    <a:cubicBezTo>
                      <a:pt x="626" y="353"/>
                      <a:pt x="619" y="339"/>
                      <a:pt x="613" y="326"/>
                    </a:cubicBezTo>
                    <a:lnTo>
                      <a:pt x="580" y="281"/>
                    </a:lnTo>
                    <a:lnTo>
                      <a:pt x="691" y="209"/>
                    </a:lnTo>
                    <a:close/>
                    <a:moveTo>
                      <a:pt x="717" y="1"/>
                    </a:moveTo>
                    <a:lnTo>
                      <a:pt x="606" y="72"/>
                    </a:lnTo>
                    <a:lnTo>
                      <a:pt x="495" y="144"/>
                    </a:lnTo>
                    <a:lnTo>
                      <a:pt x="352" y="235"/>
                    </a:lnTo>
                    <a:lnTo>
                      <a:pt x="404" y="307"/>
                    </a:lnTo>
                    <a:cubicBezTo>
                      <a:pt x="254" y="385"/>
                      <a:pt x="39" y="522"/>
                      <a:pt x="20" y="737"/>
                    </a:cubicBezTo>
                    <a:cubicBezTo>
                      <a:pt x="0" y="998"/>
                      <a:pt x="235" y="1135"/>
                      <a:pt x="437" y="1174"/>
                    </a:cubicBezTo>
                    <a:lnTo>
                      <a:pt x="476" y="1174"/>
                    </a:lnTo>
                    <a:cubicBezTo>
                      <a:pt x="522" y="1174"/>
                      <a:pt x="567" y="1167"/>
                      <a:pt x="613" y="1167"/>
                    </a:cubicBezTo>
                    <a:cubicBezTo>
                      <a:pt x="704" y="1167"/>
                      <a:pt x="795" y="1180"/>
                      <a:pt x="887" y="1200"/>
                    </a:cubicBezTo>
                    <a:lnTo>
                      <a:pt x="1095" y="1245"/>
                    </a:lnTo>
                    <a:lnTo>
                      <a:pt x="1089" y="1037"/>
                    </a:lnTo>
                    <a:cubicBezTo>
                      <a:pt x="1089" y="965"/>
                      <a:pt x="1082" y="744"/>
                      <a:pt x="1167" y="672"/>
                    </a:cubicBezTo>
                    <a:lnTo>
                      <a:pt x="1284" y="574"/>
                    </a:lnTo>
                    <a:lnTo>
                      <a:pt x="1186" y="450"/>
                    </a:lnTo>
                    <a:lnTo>
                      <a:pt x="1121" y="366"/>
                    </a:lnTo>
                    <a:lnTo>
                      <a:pt x="1043" y="261"/>
                    </a:lnTo>
                    <a:lnTo>
                      <a:pt x="945" y="313"/>
                    </a:lnTo>
                    <a:lnTo>
                      <a:pt x="971" y="274"/>
                    </a:lnTo>
                    <a:lnTo>
                      <a:pt x="880" y="177"/>
                    </a:lnTo>
                    <a:lnTo>
                      <a:pt x="815" y="105"/>
                    </a:lnTo>
                    <a:lnTo>
                      <a:pt x="724" y="1"/>
                    </a:lnTo>
                    <a:close/>
                  </a:path>
                </a:pathLst>
              </a:custGeom>
              <a:solidFill>
                <a:srgbClr val="F2F4F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38"/>
              <p:cNvSpPr/>
              <p:nvPr/>
            </p:nvSpPr>
            <p:spPr>
              <a:xfrm>
                <a:off x="2137037" y="3585330"/>
                <a:ext cx="29338" cy="46077"/>
              </a:xfrm>
              <a:custGeom>
                <a:rect b="b" l="l" r="r" t="t"/>
                <a:pathLst>
                  <a:path extrusionOk="0" h="1825" w="1162">
                    <a:moveTo>
                      <a:pt x="900" y="0"/>
                    </a:moveTo>
                    <a:cubicBezTo>
                      <a:pt x="796" y="0"/>
                      <a:pt x="692" y="13"/>
                      <a:pt x="594" y="46"/>
                    </a:cubicBezTo>
                    <a:cubicBezTo>
                      <a:pt x="392" y="111"/>
                      <a:pt x="222" y="261"/>
                      <a:pt x="125" y="450"/>
                    </a:cubicBezTo>
                    <a:cubicBezTo>
                      <a:pt x="1" y="710"/>
                      <a:pt x="7" y="1375"/>
                      <a:pt x="183" y="1662"/>
                    </a:cubicBezTo>
                    <a:cubicBezTo>
                      <a:pt x="229" y="1753"/>
                      <a:pt x="320" y="1818"/>
                      <a:pt x="425" y="1825"/>
                    </a:cubicBezTo>
                    <a:lnTo>
                      <a:pt x="431" y="1818"/>
                    </a:lnTo>
                    <a:cubicBezTo>
                      <a:pt x="457" y="1818"/>
                      <a:pt x="483" y="1818"/>
                      <a:pt x="509" y="1812"/>
                    </a:cubicBezTo>
                    <a:cubicBezTo>
                      <a:pt x="542" y="1799"/>
                      <a:pt x="568" y="1773"/>
                      <a:pt x="587" y="1740"/>
                    </a:cubicBezTo>
                    <a:cubicBezTo>
                      <a:pt x="614" y="1669"/>
                      <a:pt x="614" y="1584"/>
                      <a:pt x="574" y="1512"/>
                    </a:cubicBezTo>
                    <a:cubicBezTo>
                      <a:pt x="568" y="1480"/>
                      <a:pt x="555" y="1440"/>
                      <a:pt x="555" y="1408"/>
                    </a:cubicBezTo>
                    <a:cubicBezTo>
                      <a:pt x="561" y="763"/>
                      <a:pt x="822" y="359"/>
                      <a:pt x="1044" y="143"/>
                    </a:cubicBezTo>
                    <a:lnTo>
                      <a:pt x="1161" y="13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38"/>
              <p:cNvSpPr/>
              <p:nvPr/>
            </p:nvSpPr>
            <p:spPr>
              <a:xfrm>
                <a:off x="2134916" y="3583184"/>
                <a:ext cx="36053" cy="50217"/>
              </a:xfrm>
              <a:custGeom>
                <a:rect b="b" l="l" r="r" t="t"/>
                <a:pathLst>
                  <a:path extrusionOk="0" h="1989" w="1428">
                    <a:moveTo>
                      <a:pt x="978" y="0"/>
                    </a:moveTo>
                    <a:cubicBezTo>
                      <a:pt x="978" y="0"/>
                      <a:pt x="979" y="0"/>
                      <a:pt x="980" y="0"/>
                    </a:cubicBezTo>
                    <a:lnTo>
                      <a:pt x="980" y="0"/>
                    </a:lnTo>
                    <a:cubicBezTo>
                      <a:pt x="981" y="0"/>
                      <a:pt x="983" y="0"/>
                      <a:pt x="984" y="0"/>
                    </a:cubicBezTo>
                    <a:close/>
                    <a:moveTo>
                      <a:pt x="984" y="163"/>
                    </a:moveTo>
                    <a:cubicBezTo>
                      <a:pt x="1010" y="163"/>
                      <a:pt x="1036" y="163"/>
                      <a:pt x="1063" y="170"/>
                    </a:cubicBezTo>
                    <a:cubicBezTo>
                      <a:pt x="854" y="378"/>
                      <a:pt x="561" y="795"/>
                      <a:pt x="554" y="1486"/>
                    </a:cubicBezTo>
                    <a:cubicBezTo>
                      <a:pt x="554" y="1597"/>
                      <a:pt x="671" y="1786"/>
                      <a:pt x="567" y="1812"/>
                    </a:cubicBezTo>
                    <a:cubicBezTo>
                      <a:pt x="548" y="1819"/>
                      <a:pt x="528" y="1819"/>
                      <a:pt x="509" y="1825"/>
                    </a:cubicBezTo>
                    <a:cubicBezTo>
                      <a:pt x="176" y="1825"/>
                      <a:pt x="137" y="854"/>
                      <a:pt x="280" y="574"/>
                    </a:cubicBezTo>
                    <a:cubicBezTo>
                      <a:pt x="365" y="398"/>
                      <a:pt x="522" y="268"/>
                      <a:pt x="704" y="202"/>
                    </a:cubicBezTo>
                    <a:cubicBezTo>
                      <a:pt x="795" y="176"/>
                      <a:pt x="887" y="163"/>
                      <a:pt x="984" y="163"/>
                    </a:cubicBezTo>
                    <a:close/>
                    <a:moveTo>
                      <a:pt x="980" y="0"/>
                    </a:moveTo>
                    <a:lnTo>
                      <a:pt x="980" y="0"/>
                    </a:lnTo>
                    <a:cubicBezTo>
                      <a:pt x="864" y="1"/>
                      <a:pt x="755" y="14"/>
                      <a:pt x="652" y="52"/>
                    </a:cubicBezTo>
                    <a:cubicBezTo>
                      <a:pt x="424" y="124"/>
                      <a:pt x="241" y="287"/>
                      <a:pt x="137" y="496"/>
                    </a:cubicBezTo>
                    <a:cubicBezTo>
                      <a:pt x="0" y="776"/>
                      <a:pt x="0" y="1473"/>
                      <a:pt x="196" y="1786"/>
                    </a:cubicBezTo>
                    <a:cubicBezTo>
                      <a:pt x="254" y="1903"/>
                      <a:pt x="378" y="1982"/>
                      <a:pt x="509" y="1988"/>
                    </a:cubicBezTo>
                    <a:cubicBezTo>
                      <a:pt x="541" y="1982"/>
                      <a:pt x="580" y="1982"/>
                      <a:pt x="613" y="1969"/>
                    </a:cubicBezTo>
                    <a:cubicBezTo>
                      <a:pt x="665" y="1956"/>
                      <a:pt x="717" y="1916"/>
                      <a:pt x="743" y="1864"/>
                    </a:cubicBezTo>
                    <a:cubicBezTo>
                      <a:pt x="782" y="1767"/>
                      <a:pt x="782" y="1662"/>
                      <a:pt x="737" y="1571"/>
                    </a:cubicBezTo>
                    <a:cubicBezTo>
                      <a:pt x="730" y="1545"/>
                      <a:pt x="724" y="1519"/>
                      <a:pt x="717" y="1486"/>
                    </a:cubicBezTo>
                    <a:cubicBezTo>
                      <a:pt x="724" y="874"/>
                      <a:pt x="971" y="489"/>
                      <a:pt x="1180" y="281"/>
                    </a:cubicBezTo>
                    <a:lnTo>
                      <a:pt x="1428" y="33"/>
                    </a:lnTo>
                    <a:lnTo>
                      <a:pt x="1076" y="7"/>
                    </a:lnTo>
                    <a:cubicBezTo>
                      <a:pt x="1044" y="7"/>
                      <a:pt x="1012" y="1"/>
                      <a:pt x="980" y="0"/>
                    </a:cubicBezTo>
                    <a:close/>
                  </a:path>
                </a:pathLst>
              </a:custGeom>
              <a:solidFill>
                <a:srgbClr val="F2F4F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38"/>
              <p:cNvSpPr/>
              <p:nvPr/>
            </p:nvSpPr>
            <p:spPr>
              <a:xfrm>
                <a:off x="2154811" y="3552584"/>
                <a:ext cx="99576" cy="131666"/>
              </a:xfrm>
              <a:custGeom>
                <a:rect b="b" l="l" r="r" t="t"/>
                <a:pathLst>
                  <a:path extrusionOk="0" h="5215" w="3944">
                    <a:moveTo>
                      <a:pt x="2041" y="0"/>
                    </a:moveTo>
                    <a:lnTo>
                      <a:pt x="1989" y="13"/>
                    </a:lnTo>
                    <a:cubicBezTo>
                      <a:pt x="1897" y="33"/>
                      <a:pt x="1813" y="59"/>
                      <a:pt x="1721" y="85"/>
                    </a:cubicBezTo>
                    <a:cubicBezTo>
                      <a:pt x="1259" y="235"/>
                      <a:pt x="705" y="567"/>
                      <a:pt x="692" y="1277"/>
                    </a:cubicBezTo>
                    <a:cubicBezTo>
                      <a:pt x="672" y="1291"/>
                      <a:pt x="27" y="1701"/>
                      <a:pt x="20" y="2711"/>
                    </a:cubicBezTo>
                    <a:cubicBezTo>
                      <a:pt x="14" y="3226"/>
                      <a:pt x="1" y="4438"/>
                      <a:pt x="1747" y="5012"/>
                    </a:cubicBezTo>
                    <a:cubicBezTo>
                      <a:pt x="1956" y="5084"/>
                      <a:pt x="2510" y="5214"/>
                      <a:pt x="2725" y="5214"/>
                    </a:cubicBezTo>
                    <a:cubicBezTo>
                      <a:pt x="2751" y="5214"/>
                      <a:pt x="2777" y="5214"/>
                      <a:pt x="2797" y="5208"/>
                    </a:cubicBezTo>
                    <a:cubicBezTo>
                      <a:pt x="2816" y="5208"/>
                      <a:pt x="2835" y="5209"/>
                      <a:pt x="2854" y="5209"/>
                    </a:cubicBezTo>
                    <a:cubicBezTo>
                      <a:pt x="2990" y="5209"/>
                      <a:pt x="3121" y="5188"/>
                      <a:pt x="3247" y="5142"/>
                    </a:cubicBezTo>
                    <a:cubicBezTo>
                      <a:pt x="3540" y="5058"/>
                      <a:pt x="3892" y="4803"/>
                      <a:pt x="3911" y="4093"/>
                    </a:cubicBezTo>
                    <a:cubicBezTo>
                      <a:pt x="3918" y="3865"/>
                      <a:pt x="3924" y="3565"/>
                      <a:pt x="3911" y="3285"/>
                    </a:cubicBezTo>
                    <a:cubicBezTo>
                      <a:pt x="3944" y="2992"/>
                      <a:pt x="3774" y="2359"/>
                      <a:pt x="3709" y="2229"/>
                    </a:cubicBezTo>
                    <a:cubicBezTo>
                      <a:pt x="3644" y="2060"/>
                      <a:pt x="3540" y="1903"/>
                      <a:pt x="3409" y="1779"/>
                    </a:cubicBezTo>
                    <a:cubicBezTo>
                      <a:pt x="3168" y="1551"/>
                      <a:pt x="2849" y="1440"/>
                      <a:pt x="2425" y="1440"/>
                    </a:cubicBezTo>
                    <a:lnTo>
                      <a:pt x="2282" y="1440"/>
                    </a:lnTo>
                    <a:cubicBezTo>
                      <a:pt x="2256" y="1434"/>
                      <a:pt x="2223" y="1434"/>
                      <a:pt x="2197" y="1434"/>
                    </a:cubicBezTo>
                    <a:lnTo>
                      <a:pt x="2139" y="1434"/>
                    </a:lnTo>
                    <a:cubicBezTo>
                      <a:pt x="2041" y="1408"/>
                      <a:pt x="1702" y="1304"/>
                      <a:pt x="1728" y="991"/>
                    </a:cubicBezTo>
                    <a:cubicBezTo>
                      <a:pt x="1747" y="730"/>
                      <a:pt x="2106" y="548"/>
                      <a:pt x="2256" y="476"/>
                    </a:cubicBezTo>
                    <a:lnTo>
                      <a:pt x="2347" y="437"/>
                    </a:lnTo>
                    <a:lnTo>
                      <a:pt x="2041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38"/>
              <p:cNvSpPr/>
              <p:nvPr/>
            </p:nvSpPr>
            <p:spPr>
              <a:xfrm>
                <a:off x="2152842" y="3550110"/>
                <a:ext cx="103540" cy="136109"/>
              </a:xfrm>
              <a:custGeom>
                <a:rect b="b" l="l" r="r" t="t"/>
                <a:pathLst>
                  <a:path extrusionOk="0" h="5391" w="4101">
                    <a:moveTo>
                      <a:pt x="2086" y="189"/>
                    </a:moveTo>
                    <a:lnTo>
                      <a:pt x="2301" y="502"/>
                    </a:lnTo>
                    <a:cubicBezTo>
                      <a:pt x="2125" y="580"/>
                      <a:pt x="1754" y="782"/>
                      <a:pt x="1728" y="1082"/>
                    </a:cubicBezTo>
                    <a:cubicBezTo>
                      <a:pt x="1702" y="1415"/>
                      <a:pt x="2008" y="1571"/>
                      <a:pt x="2217" y="1617"/>
                    </a:cubicBezTo>
                    <a:cubicBezTo>
                      <a:pt x="2236" y="1610"/>
                      <a:pt x="2256" y="1610"/>
                      <a:pt x="2275" y="1610"/>
                    </a:cubicBezTo>
                    <a:cubicBezTo>
                      <a:pt x="2314" y="1610"/>
                      <a:pt x="2347" y="1617"/>
                      <a:pt x="2379" y="1623"/>
                    </a:cubicBezTo>
                    <a:cubicBezTo>
                      <a:pt x="2406" y="1630"/>
                      <a:pt x="2438" y="1636"/>
                      <a:pt x="2464" y="1649"/>
                    </a:cubicBezTo>
                    <a:cubicBezTo>
                      <a:pt x="2458" y="1636"/>
                      <a:pt x="2451" y="1623"/>
                      <a:pt x="2445" y="1617"/>
                    </a:cubicBezTo>
                    <a:lnTo>
                      <a:pt x="2503" y="1617"/>
                    </a:lnTo>
                    <a:cubicBezTo>
                      <a:pt x="2901" y="1617"/>
                      <a:pt x="3207" y="1721"/>
                      <a:pt x="3429" y="1929"/>
                    </a:cubicBezTo>
                    <a:cubicBezTo>
                      <a:pt x="3553" y="2047"/>
                      <a:pt x="3650" y="2190"/>
                      <a:pt x="3716" y="2353"/>
                    </a:cubicBezTo>
                    <a:cubicBezTo>
                      <a:pt x="3748" y="2392"/>
                      <a:pt x="3944" y="3083"/>
                      <a:pt x="3905" y="3376"/>
                    </a:cubicBezTo>
                    <a:cubicBezTo>
                      <a:pt x="3918" y="3637"/>
                      <a:pt x="3918" y="3911"/>
                      <a:pt x="3905" y="4185"/>
                    </a:cubicBezTo>
                    <a:cubicBezTo>
                      <a:pt x="3892" y="4706"/>
                      <a:pt x="3690" y="5045"/>
                      <a:pt x="3298" y="5162"/>
                    </a:cubicBezTo>
                    <a:cubicBezTo>
                      <a:pt x="3176" y="5203"/>
                      <a:pt x="3042" y="5228"/>
                      <a:pt x="2912" y="5228"/>
                    </a:cubicBezTo>
                    <a:cubicBezTo>
                      <a:pt x="2898" y="5228"/>
                      <a:pt x="2883" y="5228"/>
                      <a:pt x="2868" y="5227"/>
                    </a:cubicBezTo>
                    <a:cubicBezTo>
                      <a:pt x="2849" y="5227"/>
                      <a:pt x="2829" y="5234"/>
                      <a:pt x="2803" y="5234"/>
                    </a:cubicBezTo>
                    <a:cubicBezTo>
                      <a:pt x="2601" y="5234"/>
                      <a:pt x="2067" y="5110"/>
                      <a:pt x="1858" y="5038"/>
                    </a:cubicBezTo>
                    <a:cubicBezTo>
                      <a:pt x="164" y="4478"/>
                      <a:pt x="177" y="3311"/>
                      <a:pt x="183" y="2809"/>
                    </a:cubicBezTo>
                    <a:cubicBezTo>
                      <a:pt x="190" y="1845"/>
                      <a:pt x="796" y="1460"/>
                      <a:pt x="822" y="1447"/>
                    </a:cubicBezTo>
                    <a:cubicBezTo>
                      <a:pt x="841" y="1434"/>
                      <a:pt x="854" y="1408"/>
                      <a:pt x="861" y="1382"/>
                    </a:cubicBezTo>
                    <a:cubicBezTo>
                      <a:pt x="874" y="717"/>
                      <a:pt x="1395" y="404"/>
                      <a:pt x="1832" y="261"/>
                    </a:cubicBezTo>
                    <a:cubicBezTo>
                      <a:pt x="1917" y="235"/>
                      <a:pt x="2001" y="209"/>
                      <a:pt x="2086" y="189"/>
                    </a:cubicBezTo>
                    <a:close/>
                    <a:moveTo>
                      <a:pt x="2158" y="0"/>
                    </a:moveTo>
                    <a:lnTo>
                      <a:pt x="2158" y="7"/>
                    </a:lnTo>
                    <a:lnTo>
                      <a:pt x="2054" y="33"/>
                    </a:lnTo>
                    <a:cubicBezTo>
                      <a:pt x="1962" y="52"/>
                      <a:pt x="1871" y="79"/>
                      <a:pt x="1780" y="105"/>
                    </a:cubicBezTo>
                    <a:cubicBezTo>
                      <a:pt x="1109" y="326"/>
                      <a:pt x="724" y="756"/>
                      <a:pt x="698" y="1330"/>
                    </a:cubicBezTo>
                    <a:cubicBezTo>
                      <a:pt x="548" y="1441"/>
                      <a:pt x="27" y="1884"/>
                      <a:pt x="20" y="2803"/>
                    </a:cubicBezTo>
                    <a:cubicBezTo>
                      <a:pt x="14" y="3292"/>
                      <a:pt x="1" y="4595"/>
                      <a:pt x="1806" y="5188"/>
                    </a:cubicBezTo>
                    <a:cubicBezTo>
                      <a:pt x="2021" y="5260"/>
                      <a:pt x="2575" y="5390"/>
                      <a:pt x="2803" y="5390"/>
                    </a:cubicBezTo>
                    <a:cubicBezTo>
                      <a:pt x="2836" y="5390"/>
                      <a:pt x="2862" y="5390"/>
                      <a:pt x="2888" y="5384"/>
                    </a:cubicBezTo>
                    <a:cubicBezTo>
                      <a:pt x="2904" y="5384"/>
                      <a:pt x="2919" y="5385"/>
                      <a:pt x="2935" y="5385"/>
                    </a:cubicBezTo>
                    <a:cubicBezTo>
                      <a:pt x="3076" y="5385"/>
                      <a:pt x="3216" y="5359"/>
                      <a:pt x="3351" y="5312"/>
                    </a:cubicBezTo>
                    <a:cubicBezTo>
                      <a:pt x="3670" y="5214"/>
                      <a:pt x="4055" y="4941"/>
                      <a:pt x="4074" y="4185"/>
                    </a:cubicBezTo>
                    <a:cubicBezTo>
                      <a:pt x="4081" y="3963"/>
                      <a:pt x="4081" y="3663"/>
                      <a:pt x="4074" y="3383"/>
                    </a:cubicBezTo>
                    <a:cubicBezTo>
                      <a:pt x="4100" y="3090"/>
                      <a:pt x="3950" y="2464"/>
                      <a:pt x="3865" y="2288"/>
                    </a:cubicBezTo>
                    <a:cubicBezTo>
                      <a:pt x="3794" y="2105"/>
                      <a:pt x="3676" y="1943"/>
                      <a:pt x="3540" y="1806"/>
                    </a:cubicBezTo>
                    <a:cubicBezTo>
                      <a:pt x="3285" y="1564"/>
                      <a:pt x="2947" y="1447"/>
                      <a:pt x="2503" y="1447"/>
                    </a:cubicBezTo>
                    <a:lnTo>
                      <a:pt x="2366" y="1447"/>
                    </a:lnTo>
                    <a:cubicBezTo>
                      <a:pt x="2340" y="1447"/>
                      <a:pt x="2308" y="1441"/>
                      <a:pt x="2275" y="1441"/>
                    </a:cubicBezTo>
                    <a:lnTo>
                      <a:pt x="2230" y="1441"/>
                    </a:lnTo>
                    <a:cubicBezTo>
                      <a:pt x="2132" y="1421"/>
                      <a:pt x="1871" y="1330"/>
                      <a:pt x="1891" y="1089"/>
                    </a:cubicBezTo>
                    <a:cubicBezTo>
                      <a:pt x="1910" y="867"/>
                      <a:pt x="2262" y="691"/>
                      <a:pt x="2373" y="646"/>
                    </a:cubicBezTo>
                    <a:lnTo>
                      <a:pt x="2549" y="561"/>
                    </a:lnTo>
                    <a:lnTo>
                      <a:pt x="2438" y="398"/>
                    </a:lnTo>
                    <a:lnTo>
                      <a:pt x="2217" y="92"/>
                    </a:lnTo>
                    <a:lnTo>
                      <a:pt x="2158" y="0"/>
                    </a:lnTo>
                    <a:close/>
                  </a:path>
                </a:pathLst>
              </a:custGeom>
              <a:solidFill>
                <a:srgbClr val="F2F4F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7" name="Google Shape;707;p38"/>
          <p:cNvGrpSpPr/>
          <p:nvPr/>
        </p:nvGrpSpPr>
        <p:grpSpPr>
          <a:xfrm>
            <a:off x="6124852" y="1849432"/>
            <a:ext cx="550799" cy="1310497"/>
            <a:chOff x="3928852" y="3050537"/>
            <a:chExt cx="550799" cy="1310497"/>
          </a:xfrm>
        </p:grpSpPr>
        <p:sp>
          <p:nvSpPr>
            <p:cNvPr id="708" name="Google Shape;708;p38"/>
            <p:cNvSpPr/>
            <p:nvPr/>
          </p:nvSpPr>
          <p:spPr>
            <a:xfrm>
              <a:off x="3977731" y="4311978"/>
              <a:ext cx="453041" cy="49056"/>
            </a:xfrm>
            <a:custGeom>
              <a:rect b="b" l="l" r="r" t="t"/>
              <a:pathLst>
                <a:path extrusionOk="0" h="1943" w="17944">
                  <a:moveTo>
                    <a:pt x="8969" y="0"/>
                  </a:moveTo>
                  <a:cubicBezTo>
                    <a:pt x="4015" y="0"/>
                    <a:pt x="0" y="437"/>
                    <a:pt x="0" y="972"/>
                  </a:cubicBezTo>
                  <a:cubicBezTo>
                    <a:pt x="0" y="1506"/>
                    <a:pt x="4015" y="1943"/>
                    <a:pt x="8969" y="1943"/>
                  </a:cubicBezTo>
                  <a:cubicBezTo>
                    <a:pt x="13929" y="1943"/>
                    <a:pt x="17943" y="1506"/>
                    <a:pt x="17943" y="972"/>
                  </a:cubicBezTo>
                  <a:cubicBezTo>
                    <a:pt x="17943" y="437"/>
                    <a:pt x="13929" y="0"/>
                    <a:pt x="8969" y="0"/>
                  </a:cubicBezTo>
                  <a:close/>
                </a:path>
              </a:pathLst>
            </a:custGeom>
            <a:solidFill>
              <a:srgbClr val="778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9" name="Google Shape;709;p38"/>
            <p:cNvGrpSpPr/>
            <p:nvPr/>
          </p:nvGrpSpPr>
          <p:grpSpPr>
            <a:xfrm>
              <a:off x="3928852" y="3050537"/>
              <a:ext cx="550799" cy="1278256"/>
              <a:chOff x="3928852" y="3050537"/>
              <a:chExt cx="550799" cy="1278256"/>
            </a:xfrm>
          </p:grpSpPr>
          <p:sp>
            <p:nvSpPr>
              <p:cNvPr id="710" name="Google Shape;710;p38"/>
              <p:cNvSpPr/>
              <p:nvPr/>
            </p:nvSpPr>
            <p:spPr>
              <a:xfrm>
                <a:off x="3928852" y="3050537"/>
                <a:ext cx="550799" cy="1278256"/>
              </a:xfrm>
              <a:custGeom>
                <a:rect b="b" l="l" r="r" t="t"/>
                <a:pathLst>
                  <a:path extrusionOk="0" h="50629" w="21816">
                    <a:moveTo>
                      <a:pt x="3781" y="7802"/>
                    </a:moveTo>
                    <a:lnTo>
                      <a:pt x="3781" y="7834"/>
                    </a:lnTo>
                    <a:lnTo>
                      <a:pt x="3755" y="7834"/>
                    </a:lnTo>
                    <a:lnTo>
                      <a:pt x="3781" y="7802"/>
                    </a:lnTo>
                    <a:close/>
                    <a:moveTo>
                      <a:pt x="10690" y="0"/>
                    </a:moveTo>
                    <a:cubicBezTo>
                      <a:pt x="6753" y="0"/>
                      <a:pt x="3559" y="3187"/>
                      <a:pt x="3559" y="7130"/>
                    </a:cubicBezTo>
                    <a:cubicBezTo>
                      <a:pt x="3559" y="7365"/>
                      <a:pt x="3579" y="7600"/>
                      <a:pt x="3605" y="7834"/>
                    </a:cubicBezTo>
                    <a:cubicBezTo>
                      <a:pt x="2973" y="7906"/>
                      <a:pt x="2549" y="8512"/>
                      <a:pt x="2699" y="9131"/>
                    </a:cubicBezTo>
                    <a:cubicBezTo>
                      <a:pt x="2821" y="9609"/>
                      <a:pt x="3252" y="9920"/>
                      <a:pt x="3713" y="9920"/>
                    </a:cubicBezTo>
                    <a:cubicBezTo>
                      <a:pt x="3844" y="9920"/>
                      <a:pt x="3977" y="9895"/>
                      <a:pt x="4107" y="9842"/>
                    </a:cubicBezTo>
                    <a:cubicBezTo>
                      <a:pt x="4837" y="12044"/>
                      <a:pt x="6688" y="13804"/>
                      <a:pt x="8754" y="14560"/>
                    </a:cubicBezTo>
                    <a:cubicBezTo>
                      <a:pt x="8793" y="14573"/>
                      <a:pt x="8884" y="14593"/>
                      <a:pt x="8884" y="14606"/>
                    </a:cubicBezTo>
                    <a:lnTo>
                      <a:pt x="8884" y="16620"/>
                    </a:lnTo>
                    <a:lnTo>
                      <a:pt x="5651" y="16620"/>
                    </a:lnTo>
                    <a:cubicBezTo>
                      <a:pt x="5651" y="16620"/>
                      <a:pt x="5638" y="16685"/>
                      <a:pt x="5625" y="16698"/>
                    </a:cubicBezTo>
                    <a:cubicBezTo>
                      <a:pt x="5045" y="16705"/>
                      <a:pt x="4537" y="17076"/>
                      <a:pt x="4361" y="17623"/>
                    </a:cubicBezTo>
                    <a:lnTo>
                      <a:pt x="216" y="33239"/>
                    </a:lnTo>
                    <a:cubicBezTo>
                      <a:pt x="1" y="33872"/>
                      <a:pt x="294" y="34563"/>
                      <a:pt x="900" y="34849"/>
                    </a:cubicBezTo>
                    <a:cubicBezTo>
                      <a:pt x="1081" y="34936"/>
                      <a:pt x="1274" y="34977"/>
                      <a:pt x="1464" y="34977"/>
                    </a:cubicBezTo>
                    <a:cubicBezTo>
                      <a:pt x="1903" y="34977"/>
                      <a:pt x="2330" y="34756"/>
                      <a:pt x="2575" y="34360"/>
                    </a:cubicBezTo>
                    <a:cubicBezTo>
                      <a:pt x="2621" y="34387"/>
                      <a:pt x="2666" y="34413"/>
                      <a:pt x="2719" y="34419"/>
                    </a:cubicBezTo>
                    <a:cubicBezTo>
                      <a:pt x="2750" y="34427"/>
                      <a:pt x="2782" y="34430"/>
                      <a:pt x="2813" y="34430"/>
                    </a:cubicBezTo>
                    <a:cubicBezTo>
                      <a:pt x="2999" y="34430"/>
                      <a:pt x="3163" y="34303"/>
                      <a:pt x="3207" y="34119"/>
                    </a:cubicBezTo>
                    <a:lnTo>
                      <a:pt x="3559" y="32542"/>
                    </a:lnTo>
                    <a:cubicBezTo>
                      <a:pt x="3605" y="32347"/>
                      <a:pt x="3481" y="32040"/>
                      <a:pt x="3299" y="31949"/>
                    </a:cubicBezTo>
                    <a:lnTo>
                      <a:pt x="6336" y="20954"/>
                    </a:lnTo>
                    <a:cubicBezTo>
                      <a:pt x="6336" y="22844"/>
                      <a:pt x="6381" y="26507"/>
                      <a:pt x="6453" y="30567"/>
                    </a:cubicBezTo>
                    <a:lnTo>
                      <a:pt x="6401" y="30567"/>
                    </a:lnTo>
                    <a:lnTo>
                      <a:pt x="6466" y="32360"/>
                    </a:lnTo>
                    <a:lnTo>
                      <a:pt x="6486" y="32360"/>
                    </a:lnTo>
                    <a:cubicBezTo>
                      <a:pt x="6623" y="40194"/>
                      <a:pt x="6805" y="48732"/>
                      <a:pt x="6805" y="48732"/>
                    </a:cubicBezTo>
                    <a:cubicBezTo>
                      <a:pt x="6805" y="48732"/>
                      <a:pt x="4517" y="49090"/>
                      <a:pt x="4517" y="50622"/>
                    </a:cubicBezTo>
                    <a:lnTo>
                      <a:pt x="8936" y="50622"/>
                    </a:lnTo>
                    <a:lnTo>
                      <a:pt x="10631" y="33435"/>
                    </a:lnTo>
                    <a:lnTo>
                      <a:pt x="10670" y="33461"/>
                    </a:lnTo>
                    <a:lnTo>
                      <a:pt x="11035" y="33461"/>
                    </a:lnTo>
                    <a:lnTo>
                      <a:pt x="11035" y="33455"/>
                    </a:lnTo>
                    <a:lnTo>
                      <a:pt x="12893" y="50628"/>
                    </a:lnTo>
                    <a:lnTo>
                      <a:pt x="17311" y="50628"/>
                    </a:lnTo>
                    <a:cubicBezTo>
                      <a:pt x="17311" y="49097"/>
                      <a:pt x="15030" y="48738"/>
                      <a:pt x="15030" y="48738"/>
                    </a:cubicBezTo>
                    <a:cubicBezTo>
                      <a:pt x="15030" y="48738"/>
                      <a:pt x="15193" y="40102"/>
                      <a:pt x="15324" y="32216"/>
                    </a:cubicBezTo>
                    <a:cubicBezTo>
                      <a:pt x="15330" y="31897"/>
                      <a:pt x="15356" y="30574"/>
                      <a:pt x="15356" y="30574"/>
                    </a:cubicBezTo>
                    <a:lnTo>
                      <a:pt x="15343" y="30574"/>
                    </a:lnTo>
                    <a:cubicBezTo>
                      <a:pt x="15408" y="26481"/>
                      <a:pt x="15454" y="22785"/>
                      <a:pt x="15454" y="20863"/>
                    </a:cubicBezTo>
                    <a:lnTo>
                      <a:pt x="18511" y="31929"/>
                    </a:lnTo>
                    <a:cubicBezTo>
                      <a:pt x="18302" y="31995"/>
                      <a:pt x="18159" y="32334"/>
                      <a:pt x="18204" y="32542"/>
                    </a:cubicBezTo>
                    <a:lnTo>
                      <a:pt x="18563" y="34119"/>
                    </a:lnTo>
                    <a:cubicBezTo>
                      <a:pt x="18606" y="34317"/>
                      <a:pt x="18779" y="34435"/>
                      <a:pt x="18957" y="34435"/>
                    </a:cubicBezTo>
                    <a:cubicBezTo>
                      <a:pt x="19049" y="34435"/>
                      <a:pt x="19143" y="34403"/>
                      <a:pt x="19221" y="34334"/>
                    </a:cubicBezTo>
                    <a:cubicBezTo>
                      <a:pt x="19463" y="34749"/>
                      <a:pt x="19903" y="34984"/>
                      <a:pt x="20357" y="34984"/>
                    </a:cubicBezTo>
                    <a:cubicBezTo>
                      <a:pt x="20538" y="34984"/>
                      <a:pt x="20722" y="34947"/>
                      <a:pt x="20896" y="34869"/>
                    </a:cubicBezTo>
                    <a:cubicBezTo>
                      <a:pt x="21509" y="34589"/>
                      <a:pt x="21815" y="33891"/>
                      <a:pt x="21600" y="33252"/>
                    </a:cubicBezTo>
                    <a:lnTo>
                      <a:pt x="21600" y="33246"/>
                    </a:lnTo>
                    <a:lnTo>
                      <a:pt x="17292" y="17663"/>
                    </a:lnTo>
                    <a:cubicBezTo>
                      <a:pt x="17116" y="17141"/>
                      <a:pt x="16653" y="16744"/>
                      <a:pt x="16138" y="16705"/>
                    </a:cubicBezTo>
                    <a:cubicBezTo>
                      <a:pt x="16125" y="16691"/>
                      <a:pt x="16112" y="16626"/>
                      <a:pt x="16112" y="16626"/>
                    </a:cubicBezTo>
                    <a:lnTo>
                      <a:pt x="12625" y="16626"/>
                    </a:lnTo>
                    <a:lnTo>
                      <a:pt x="12625" y="14704"/>
                    </a:lnTo>
                    <a:cubicBezTo>
                      <a:pt x="12625" y="14704"/>
                      <a:pt x="12651" y="14697"/>
                      <a:pt x="12658" y="14691"/>
                    </a:cubicBezTo>
                    <a:lnTo>
                      <a:pt x="12704" y="14678"/>
                    </a:lnTo>
                    <a:cubicBezTo>
                      <a:pt x="14900" y="14013"/>
                      <a:pt x="16914" y="12194"/>
                      <a:pt x="17696" y="9887"/>
                    </a:cubicBezTo>
                    <a:cubicBezTo>
                      <a:pt x="17774" y="9907"/>
                      <a:pt x="17859" y="9920"/>
                      <a:pt x="17944" y="9920"/>
                    </a:cubicBezTo>
                    <a:cubicBezTo>
                      <a:pt x="17948" y="9920"/>
                      <a:pt x="17952" y="9920"/>
                      <a:pt x="17956" y="9920"/>
                    </a:cubicBezTo>
                    <a:cubicBezTo>
                      <a:pt x="18511" y="9920"/>
                      <a:pt x="18967" y="9485"/>
                      <a:pt x="18999" y="8929"/>
                    </a:cubicBezTo>
                    <a:cubicBezTo>
                      <a:pt x="19032" y="8375"/>
                      <a:pt x="18615" y="7893"/>
                      <a:pt x="18061" y="7834"/>
                    </a:cubicBezTo>
                    <a:lnTo>
                      <a:pt x="18061" y="7828"/>
                    </a:lnTo>
                    <a:cubicBezTo>
                      <a:pt x="18061" y="7815"/>
                      <a:pt x="18048" y="7802"/>
                      <a:pt x="18048" y="7789"/>
                    </a:cubicBezTo>
                    <a:cubicBezTo>
                      <a:pt x="18041" y="6061"/>
                      <a:pt x="17637" y="4295"/>
                      <a:pt x="16692" y="2992"/>
                    </a:cubicBezTo>
                    <a:cubicBezTo>
                      <a:pt x="17657" y="2464"/>
                      <a:pt x="17774" y="1786"/>
                      <a:pt x="18159" y="1147"/>
                    </a:cubicBezTo>
                    <a:lnTo>
                      <a:pt x="18159" y="1147"/>
                    </a:lnTo>
                    <a:cubicBezTo>
                      <a:pt x="17949" y="1170"/>
                      <a:pt x="17739" y="1181"/>
                      <a:pt x="17527" y="1181"/>
                    </a:cubicBezTo>
                    <a:cubicBezTo>
                      <a:pt x="15283" y="1181"/>
                      <a:pt x="12905" y="0"/>
                      <a:pt x="10690" y="0"/>
                    </a:cubicBezTo>
                    <a:close/>
                  </a:path>
                </a:pathLst>
              </a:custGeom>
              <a:solidFill>
                <a:srgbClr val="F2F4F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1" name="Google Shape;711;p38"/>
              <p:cNvGrpSpPr/>
              <p:nvPr/>
            </p:nvGrpSpPr>
            <p:grpSpPr>
              <a:xfrm>
                <a:off x="4097202" y="3317252"/>
                <a:ext cx="209832" cy="593418"/>
                <a:chOff x="4097202" y="3317252"/>
                <a:chExt cx="209832" cy="593418"/>
              </a:xfrm>
            </p:grpSpPr>
            <p:grpSp>
              <p:nvGrpSpPr>
                <p:cNvPr id="712" name="Google Shape;712;p38"/>
                <p:cNvGrpSpPr/>
                <p:nvPr/>
              </p:nvGrpSpPr>
              <p:grpSpPr>
                <a:xfrm>
                  <a:off x="4155271" y="3317252"/>
                  <a:ext cx="96622" cy="294740"/>
                  <a:chOff x="4155271" y="3317252"/>
                  <a:chExt cx="96622" cy="294740"/>
                </a:xfrm>
              </p:grpSpPr>
              <p:sp>
                <p:nvSpPr>
                  <p:cNvPr id="713" name="Google Shape;713;p38"/>
                  <p:cNvSpPr/>
                  <p:nvPr/>
                </p:nvSpPr>
                <p:spPr>
                  <a:xfrm>
                    <a:off x="4191804" y="3350175"/>
                    <a:ext cx="21435" cy="261817"/>
                  </a:xfrm>
                  <a:custGeom>
                    <a:rect b="b" l="l" r="r" t="t"/>
                    <a:pathLst>
                      <a:path extrusionOk="0" h="10370" w="849">
                        <a:moveTo>
                          <a:pt x="1" y="0"/>
                        </a:moveTo>
                        <a:lnTo>
                          <a:pt x="1" y="10370"/>
                        </a:lnTo>
                        <a:lnTo>
                          <a:pt x="848" y="10370"/>
                        </a:lnTo>
                        <a:lnTo>
                          <a:pt x="848" y="0"/>
                        </a:lnTo>
                        <a:close/>
                      </a:path>
                    </a:pathLst>
                  </a:custGeom>
                  <a:solidFill>
                    <a:srgbClr val="D4DBE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4" name="Google Shape;714;p38"/>
                  <p:cNvSpPr/>
                  <p:nvPr/>
                </p:nvSpPr>
                <p:spPr>
                  <a:xfrm>
                    <a:off x="4155271" y="3317252"/>
                    <a:ext cx="96622" cy="60089"/>
                  </a:xfrm>
                  <a:custGeom>
                    <a:rect b="b" l="l" r="r" t="t"/>
                    <a:pathLst>
                      <a:path extrusionOk="0" h="2380" w="3827">
                        <a:moveTo>
                          <a:pt x="1911" y="1"/>
                        </a:moveTo>
                        <a:cubicBezTo>
                          <a:pt x="855" y="1"/>
                          <a:pt x="1" y="535"/>
                          <a:pt x="1" y="1194"/>
                        </a:cubicBezTo>
                        <a:cubicBezTo>
                          <a:pt x="1" y="1852"/>
                          <a:pt x="855" y="2380"/>
                          <a:pt x="1911" y="2380"/>
                        </a:cubicBezTo>
                        <a:cubicBezTo>
                          <a:pt x="2973" y="2380"/>
                          <a:pt x="3827" y="1852"/>
                          <a:pt x="3827" y="1194"/>
                        </a:cubicBezTo>
                        <a:cubicBezTo>
                          <a:pt x="3827" y="535"/>
                          <a:pt x="2973" y="1"/>
                          <a:pt x="1911" y="1"/>
                        </a:cubicBezTo>
                        <a:close/>
                      </a:path>
                    </a:pathLst>
                  </a:custGeom>
                  <a:solidFill>
                    <a:srgbClr val="D4DBE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15" name="Google Shape;715;p38"/>
                <p:cNvSpPr/>
                <p:nvPr/>
              </p:nvSpPr>
              <p:spPr>
                <a:xfrm>
                  <a:off x="4138835" y="3605149"/>
                  <a:ext cx="148455" cy="137346"/>
                </a:xfrm>
                <a:custGeom>
                  <a:rect b="b" l="l" r="r" t="t"/>
                  <a:pathLst>
                    <a:path extrusionOk="0" h="5440" w="5880">
                      <a:moveTo>
                        <a:pt x="3434" y="0"/>
                      </a:moveTo>
                      <a:cubicBezTo>
                        <a:pt x="3129" y="0"/>
                        <a:pt x="2783" y="173"/>
                        <a:pt x="2783" y="173"/>
                      </a:cubicBezTo>
                      <a:cubicBezTo>
                        <a:pt x="2725" y="1444"/>
                        <a:pt x="3819" y="1763"/>
                        <a:pt x="3272" y="3145"/>
                      </a:cubicBezTo>
                      <a:cubicBezTo>
                        <a:pt x="3194" y="3338"/>
                        <a:pt x="3083" y="3412"/>
                        <a:pt x="2954" y="3412"/>
                      </a:cubicBezTo>
                      <a:cubicBezTo>
                        <a:pt x="2770" y="3412"/>
                        <a:pt x="2550" y="3259"/>
                        <a:pt x="2347" y="3086"/>
                      </a:cubicBezTo>
                      <a:cubicBezTo>
                        <a:pt x="2142" y="2920"/>
                        <a:pt x="1689" y="2641"/>
                        <a:pt x="1242" y="2641"/>
                      </a:cubicBezTo>
                      <a:cubicBezTo>
                        <a:pt x="1077" y="2641"/>
                        <a:pt x="913" y="2679"/>
                        <a:pt x="763" y="2774"/>
                      </a:cubicBezTo>
                      <a:cubicBezTo>
                        <a:pt x="0" y="3236"/>
                        <a:pt x="124" y="5439"/>
                        <a:pt x="124" y="5439"/>
                      </a:cubicBezTo>
                      <a:lnTo>
                        <a:pt x="789" y="5394"/>
                      </a:lnTo>
                      <a:cubicBezTo>
                        <a:pt x="789" y="5394"/>
                        <a:pt x="1095" y="3614"/>
                        <a:pt x="1095" y="3608"/>
                      </a:cubicBezTo>
                      <a:cubicBezTo>
                        <a:pt x="1095" y="3608"/>
                        <a:pt x="1102" y="3601"/>
                        <a:pt x="1102" y="3601"/>
                      </a:cubicBezTo>
                      <a:cubicBezTo>
                        <a:pt x="1102" y="3601"/>
                        <a:pt x="1108" y="3595"/>
                        <a:pt x="1108" y="3595"/>
                      </a:cubicBezTo>
                      <a:lnTo>
                        <a:pt x="1115" y="3588"/>
                      </a:lnTo>
                      <a:lnTo>
                        <a:pt x="1115" y="3575"/>
                      </a:lnTo>
                      <a:lnTo>
                        <a:pt x="1115" y="3569"/>
                      </a:lnTo>
                      <a:lnTo>
                        <a:pt x="1121" y="3562"/>
                      </a:lnTo>
                      <a:lnTo>
                        <a:pt x="1128" y="3556"/>
                      </a:lnTo>
                      <a:lnTo>
                        <a:pt x="1134" y="3556"/>
                      </a:lnTo>
                      <a:lnTo>
                        <a:pt x="1141" y="3549"/>
                      </a:lnTo>
                      <a:lnTo>
                        <a:pt x="1147" y="3549"/>
                      </a:lnTo>
                      <a:lnTo>
                        <a:pt x="1154" y="3543"/>
                      </a:lnTo>
                      <a:lnTo>
                        <a:pt x="1180" y="3543"/>
                      </a:lnTo>
                      <a:cubicBezTo>
                        <a:pt x="1180" y="3543"/>
                        <a:pt x="1239" y="3588"/>
                        <a:pt x="1239" y="3588"/>
                      </a:cubicBezTo>
                      <a:cubicBezTo>
                        <a:pt x="1239" y="3588"/>
                        <a:pt x="1245" y="3582"/>
                        <a:pt x="1245" y="3582"/>
                      </a:cubicBezTo>
                      <a:lnTo>
                        <a:pt x="1258" y="3582"/>
                      </a:lnTo>
                      <a:cubicBezTo>
                        <a:pt x="1258" y="3582"/>
                        <a:pt x="1265" y="3588"/>
                        <a:pt x="1265" y="3595"/>
                      </a:cubicBezTo>
                      <a:cubicBezTo>
                        <a:pt x="1265" y="3595"/>
                        <a:pt x="1265" y="3601"/>
                        <a:pt x="1265" y="3601"/>
                      </a:cubicBezTo>
                      <a:cubicBezTo>
                        <a:pt x="1265" y="3608"/>
                        <a:pt x="1265" y="3608"/>
                        <a:pt x="1265" y="3608"/>
                      </a:cubicBezTo>
                      <a:cubicBezTo>
                        <a:pt x="1304" y="3790"/>
                        <a:pt x="1369" y="3966"/>
                        <a:pt x="1447" y="4136"/>
                      </a:cubicBezTo>
                      <a:cubicBezTo>
                        <a:pt x="1643" y="4423"/>
                        <a:pt x="1916" y="4840"/>
                        <a:pt x="2679" y="5029"/>
                      </a:cubicBezTo>
                      <a:cubicBezTo>
                        <a:pt x="2882" y="5079"/>
                        <a:pt x="3079" y="5102"/>
                        <a:pt x="3269" y="5102"/>
                      </a:cubicBezTo>
                      <a:cubicBezTo>
                        <a:pt x="4290" y="5102"/>
                        <a:pt x="5100" y="4413"/>
                        <a:pt x="5540" y="3412"/>
                      </a:cubicBezTo>
                      <a:cubicBezTo>
                        <a:pt x="5879" y="2663"/>
                        <a:pt x="5768" y="1314"/>
                        <a:pt x="5103" y="1027"/>
                      </a:cubicBezTo>
                      <a:cubicBezTo>
                        <a:pt x="4961" y="964"/>
                        <a:pt x="4840" y="940"/>
                        <a:pt x="4736" y="940"/>
                      </a:cubicBezTo>
                      <a:cubicBezTo>
                        <a:pt x="4400" y="940"/>
                        <a:pt x="4228" y="1187"/>
                        <a:pt x="4026" y="1187"/>
                      </a:cubicBezTo>
                      <a:cubicBezTo>
                        <a:pt x="3997" y="1187"/>
                        <a:pt x="3968" y="1182"/>
                        <a:pt x="3937" y="1170"/>
                      </a:cubicBezTo>
                      <a:cubicBezTo>
                        <a:pt x="3617" y="1053"/>
                        <a:pt x="3507" y="4"/>
                        <a:pt x="3507" y="4"/>
                      </a:cubicBezTo>
                      <a:cubicBezTo>
                        <a:pt x="3483" y="1"/>
                        <a:pt x="3458" y="0"/>
                        <a:pt x="3434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6" name="Google Shape;716;p38"/>
                <p:cNvSpPr/>
                <p:nvPr/>
              </p:nvSpPr>
              <p:spPr>
                <a:xfrm>
                  <a:off x="4100005" y="3582275"/>
                  <a:ext cx="167694" cy="101646"/>
                </a:xfrm>
                <a:custGeom>
                  <a:rect b="b" l="l" r="r" t="t"/>
                  <a:pathLst>
                    <a:path extrusionOk="0" h="4026" w="6642">
                      <a:moveTo>
                        <a:pt x="4886" y="1"/>
                      </a:moveTo>
                      <a:cubicBezTo>
                        <a:pt x="4691" y="1"/>
                        <a:pt x="4372" y="32"/>
                        <a:pt x="4236" y="69"/>
                      </a:cubicBezTo>
                      <a:cubicBezTo>
                        <a:pt x="4158" y="69"/>
                        <a:pt x="3643" y="88"/>
                        <a:pt x="3624" y="88"/>
                      </a:cubicBezTo>
                      <a:cubicBezTo>
                        <a:pt x="3383" y="88"/>
                        <a:pt x="3128" y="75"/>
                        <a:pt x="2887" y="69"/>
                      </a:cubicBezTo>
                      <a:cubicBezTo>
                        <a:pt x="2646" y="62"/>
                        <a:pt x="2418" y="56"/>
                        <a:pt x="2196" y="56"/>
                      </a:cubicBezTo>
                      <a:cubicBezTo>
                        <a:pt x="1493" y="56"/>
                        <a:pt x="795" y="128"/>
                        <a:pt x="469" y="649"/>
                      </a:cubicBezTo>
                      <a:cubicBezTo>
                        <a:pt x="0" y="1392"/>
                        <a:pt x="98" y="2148"/>
                        <a:pt x="189" y="2813"/>
                      </a:cubicBezTo>
                      <a:cubicBezTo>
                        <a:pt x="209" y="2956"/>
                        <a:pt x="222" y="3093"/>
                        <a:pt x="235" y="3230"/>
                      </a:cubicBezTo>
                      <a:cubicBezTo>
                        <a:pt x="280" y="3706"/>
                        <a:pt x="352" y="4025"/>
                        <a:pt x="574" y="4025"/>
                      </a:cubicBezTo>
                      <a:cubicBezTo>
                        <a:pt x="756" y="4025"/>
                        <a:pt x="1030" y="3849"/>
                        <a:pt x="1395" y="3510"/>
                      </a:cubicBezTo>
                      <a:cubicBezTo>
                        <a:pt x="1408" y="3504"/>
                        <a:pt x="1421" y="3497"/>
                        <a:pt x="1434" y="3491"/>
                      </a:cubicBezTo>
                      <a:cubicBezTo>
                        <a:pt x="1453" y="3484"/>
                        <a:pt x="3350" y="2911"/>
                        <a:pt x="4021" y="2402"/>
                      </a:cubicBezTo>
                      <a:cubicBezTo>
                        <a:pt x="4210" y="2337"/>
                        <a:pt x="4399" y="2265"/>
                        <a:pt x="4588" y="2194"/>
                      </a:cubicBezTo>
                      <a:cubicBezTo>
                        <a:pt x="4999" y="2109"/>
                        <a:pt x="5651" y="1907"/>
                        <a:pt x="6048" y="1353"/>
                      </a:cubicBezTo>
                      <a:lnTo>
                        <a:pt x="6166" y="1190"/>
                      </a:lnTo>
                      <a:cubicBezTo>
                        <a:pt x="6413" y="864"/>
                        <a:pt x="6641" y="532"/>
                        <a:pt x="6550" y="356"/>
                      </a:cubicBezTo>
                      <a:cubicBezTo>
                        <a:pt x="6452" y="154"/>
                        <a:pt x="5944" y="30"/>
                        <a:pt x="5038" y="17"/>
                      </a:cubicBezTo>
                      <a:cubicBezTo>
                        <a:pt x="5020" y="6"/>
                        <a:pt x="4962" y="1"/>
                        <a:pt x="4886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7" name="Google Shape;717;p38"/>
                <p:cNvSpPr/>
                <p:nvPr/>
              </p:nvSpPr>
              <p:spPr>
                <a:xfrm>
                  <a:off x="4122046" y="3755473"/>
                  <a:ext cx="151258" cy="124091"/>
                </a:xfrm>
                <a:custGeom>
                  <a:rect b="b" l="l" r="r" t="t"/>
                  <a:pathLst>
                    <a:path extrusionOk="0" h="4915" w="5991">
                      <a:moveTo>
                        <a:pt x="4876" y="1180"/>
                      </a:moveTo>
                      <a:cubicBezTo>
                        <a:pt x="4908" y="1199"/>
                        <a:pt x="4941" y="1212"/>
                        <a:pt x="4980" y="1225"/>
                      </a:cubicBezTo>
                      <a:cubicBezTo>
                        <a:pt x="4973" y="1310"/>
                        <a:pt x="4993" y="1395"/>
                        <a:pt x="5032" y="1467"/>
                      </a:cubicBezTo>
                      <a:cubicBezTo>
                        <a:pt x="4941" y="1486"/>
                        <a:pt x="4862" y="1532"/>
                        <a:pt x="4797" y="1597"/>
                      </a:cubicBezTo>
                      <a:cubicBezTo>
                        <a:pt x="4726" y="1669"/>
                        <a:pt x="4680" y="1760"/>
                        <a:pt x="4660" y="1858"/>
                      </a:cubicBezTo>
                      <a:cubicBezTo>
                        <a:pt x="4600" y="1831"/>
                        <a:pt x="4534" y="1818"/>
                        <a:pt x="4469" y="1818"/>
                      </a:cubicBezTo>
                      <a:cubicBezTo>
                        <a:pt x="4422" y="1818"/>
                        <a:pt x="4374" y="1825"/>
                        <a:pt x="4328" y="1838"/>
                      </a:cubicBezTo>
                      <a:cubicBezTo>
                        <a:pt x="4198" y="1871"/>
                        <a:pt x="4087" y="1962"/>
                        <a:pt x="4028" y="2079"/>
                      </a:cubicBezTo>
                      <a:lnTo>
                        <a:pt x="4022" y="2079"/>
                      </a:lnTo>
                      <a:cubicBezTo>
                        <a:pt x="3976" y="2040"/>
                        <a:pt x="3930" y="2008"/>
                        <a:pt x="3885" y="1981"/>
                      </a:cubicBezTo>
                      <a:cubicBezTo>
                        <a:pt x="3937" y="1968"/>
                        <a:pt x="3983" y="1942"/>
                        <a:pt x="4028" y="1910"/>
                      </a:cubicBezTo>
                      <a:cubicBezTo>
                        <a:pt x="4146" y="1819"/>
                        <a:pt x="4224" y="1682"/>
                        <a:pt x="4230" y="1538"/>
                      </a:cubicBezTo>
                      <a:cubicBezTo>
                        <a:pt x="4282" y="1556"/>
                        <a:pt x="4337" y="1565"/>
                        <a:pt x="4392" y="1565"/>
                      </a:cubicBezTo>
                      <a:cubicBezTo>
                        <a:pt x="4482" y="1565"/>
                        <a:pt x="4571" y="1541"/>
                        <a:pt x="4647" y="1493"/>
                      </a:cubicBezTo>
                      <a:cubicBezTo>
                        <a:pt x="4765" y="1421"/>
                        <a:pt x="4843" y="1310"/>
                        <a:pt x="4876" y="1180"/>
                      </a:cubicBezTo>
                      <a:close/>
                      <a:moveTo>
                        <a:pt x="2627" y="2868"/>
                      </a:moveTo>
                      <a:cubicBezTo>
                        <a:pt x="2705" y="2927"/>
                        <a:pt x="2796" y="2953"/>
                        <a:pt x="2894" y="2953"/>
                      </a:cubicBezTo>
                      <a:cubicBezTo>
                        <a:pt x="2927" y="2953"/>
                        <a:pt x="2959" y="2946"/>
                        <a:pt x="2985" y="2940"/>
                      </a:cubicBezTo>
                      <a:lnTo>
                        <a:pt x="2985" y="2940"/>
                      </a:lnTo>
                      <a:cubicBezTo>
                        <a:pt x="2953" y="2998"/>
                        <a:pt x="2933" y="3063"/>
                        <a:pt x="2927" y="3135"/>
                      </a:cubicBezTo>
                      <a:cubicBezTo>
                        <a:pt x="2866" y="3109"/>
                        <a:pt x="2803" y="3096"/>
                        <a:pt x="2740" y="3096"/>
                      </a:cubicBezTo>
                      <a:cubicBezTo>
                        <a:pt x="2647" y="3096"/>
                        <a:pt x="2555" y="3124"/>
                        <a:pt x="2477" y="3174"/>
                      </a:cubicBezTo>
                      <a:cubicBezTo>
                        <a:pt x="2360" y="3246"/>
                        <a:pt x="2282" y="3363"/>
                        <a:pt x="2255" y="3500"/>
                      </a:cubicBezTo>
                      <a:cubicBezTo>
                        <a:pt x="2185" y="3467"/>
                        <a:pt x="2110" y="3450"/>
                        <a:pt x="2033" y="3450"/>
                      </a:cubicBezTo>
                      <a:cubicBezTo>
                        <a:pt x="1988" y="3450"/>
                        <a:pt x="1942" y="3456"/>
                        <a:pt x="1897" y="3467"/>
                      </a:cubicBezTo>
                      <a:cubicBezTo>
                        <a:pt x="1793" y="3500"/>
                        <a:pt x="1701" y="3572"/>
                        <a:pt x="1636" y="3656"/>
                      </a:cubicBezTo>
                      <a:cubicBezTo>
                        <a:pt x="1558" y="3572"/>
                        <a:pt x="1454" y="3507"/>
                        <a:pt x="1336" y="3487"/>
                      </a:cubicBezTo>
                      <a:lnTo>
                        <a:pt x="1258" y="3487"/>
                      </a:lnTo>
                      <a:cubicBezTo>
                        <a:pt x="1180" y="3487"/>
                        <a:pt x="1102" y="3507"/>
                        <a:pt x="1037" y="3539"/>
                      </a:cubicBezTo>
                      <a:cubicBezTo>
                        <a:pt x="1017" y="3474"/>
                        <a:pt x="985" y="3409"/>
                        <a:pt x="945" y="3350"/>
                      </a:cubicBezTo>
                      <a:cubicBezTo>
                        <a:pt x="958" y="3337"/>
                        <a:pt x="978" y="3324"/>
                        <a:pt x="991" y="3305"/>
                      </a:cubicBezTo>
                      <a:cubicBezTo>
                        <a:pt x="1069" y="3233"/>
                        <a:pt x="1115" y="3135"/>
                        <a:pt x="1128" y="3031"/>
                      </a:cubicBezTo>
                      <a:cubicBezTo>
                        <a:pt x="1188" y="3055"/>
                        <a:pt x="1252" y="3069"/>
                        <a:pt x="1317" y="3069"/>
                      </a:cubicBezTo>
                      <a:cubicBezTo>
                        <a:pt x="1359" y="3069"/>
                        <a:pt x="1400" y="3063"/>
                        <a:pt x="1441" y="3050"/>
                      </a:cubicBezTo>
                      <a:lnTo>
                        <a:pt x="1460" y="3050"/>
                      </a:lnTo>
                      <a:cubicBezTo>
                        <a:pt x="1539" y="3089"/>
                        <a:pt x="1623" y="3103"/>
                        <a:pt x="1708" y="3103"/>
                      </a:cubicBezTo>
                      <a:cubicBezTo>
                        <a:pt x="1825" y="3096"/>
                        <a:pt x="1943" y="3044"/>
                        <a:pt x="2027" y="2966"/>
                      </a:cubicBezTo>
                      <a:lnTo>
                        <a:pt x="2125" y="2966"/>
                      </a:lnTo>
                      <a:cubicBezTo>
                        <a:pt x="2203" y="2959"/>
                        <a:pt x="2288" y="2940"/>
                        <a:pt x="2353" y="2894"/>
                      </a:cubicBezTo>
                      <a:cubicBezTo>
                        <a:pt x="2382" y="2900"/>
                        <a:pt x="2412" y="2903"/>
                        <a:pt x="2441" y="2903"/>
                      </a:cubicBezTo>
                      <a:cubicBezTo>
                        <a:pt x="2503" y="2903"/>
                        <a:pt x="2565" y="2890"/>
                        <a:pt x="2627" y="2868"/>
                      </a:cubicBezTo>
                      <a:close/>
                      <a:moveTo>
                        <a:pt x="3106" y="0"/>
                      </a:moveTo>
                      <a:cubicBezTo>
                        <a:pt x="3003" y="0"/>
                        <a:pt x="2899" y="32"/>
                        <a:pt x="2809" y="98"/>
                      </a:cubicBezTo>
                      <a:cubicBezTo>
                        <a:pt x="2699" y="176"/>
                        <a:pt x="2627" y="300"/>
                        <a:pt x="2614" y="430"/>
                      </a:cubicBezTo>
                      <a:cubicBezTo>
                        <a:pt x="2597" y="429"/>
                        <a:pt x="2580" y="428"/>
                        <a:pt x="2564" y="428"/>
                      </a:cubicBezTo>
                      <a:cubicBezTo>
                        <a:pt x="2511" y="428"/>
                        <a:pt x="2460" y="436"/>
                        <a:pt x="2405" y="456"/>
                      </a:cubicBezTo>
                      <a:cubicBezTo>
                        <a:pt x="2262" y="502"/>
                        <a:pt x="2145" y="619"/>
                        <a:pt x="2093" y="769"/>
                      </a:cubicBezTo>
                      <a:cubicBezTo>
                        <a:pt x="2009" y="711"/>
                        <a:pt x="1910" y="679"/>
                        <a:pt x="1810" y="679"/>
                      </a:cubicBezTo>
                      <a:cubicBezTo>
                        <a:pt x="1754" y="679"/>
                        <a:pt x="1697" y="689"/>
                        <a:pt x="1643" y="711"/>
                      </a:cubicBezTo>
                      <a:cubicBezTo>
                        <a:pt x="1473" y="776"/>
                        <a:pt x="1350" y="926"/>
                        <a:pt x="1323" y="1102"/>
                      </a:cubicBezTo>
                      <a:cubicBezTo>
                        <a:pt x="1259" y="1072"/>
                        <a:pt x="1191" y="1057"/>
                        <a:pt x="1123" y="1057"/>
                      </a:cubicBezTo>
                      <a:cubicBezTo>
                        <a:pt x="998" y="1057"/>
                        <a:pt x="875" y="1106"/>
                        <a:pt x="782" y="1199"/>
                      </a:cubicBezTo>
                      <a:cubicBezTo>
                        <a:pt x="600" y="1382"/>
                        <a:pt x="587" y="1675"/>
                        <a:pt x="750" y="1871"/>
                      </a:cubicBezTo>
                      <a:cubicBezTo>
                        <a:pt x="548" y="2001"/>
                        <a:pt x="476" y="2255"/>
                        <a:pt x="567" y="2477"/>
                      </a:cubicBezTo>
                      <a:cubicBezTo>
                        <a:pt x="463" y="2490"/>
                        <a:pt x="365" y="2542"/>
                        <a:pt x="287" y="2614"/>
                      </a:cubicBezTo>
                      <a:cubicBezTo>
                        <a:pt x="111" y="2796"/>
                        <a:pt x="98" y="3070"/>
                        <a:pt x="248" y="3265"/>
                      </a:cubicBezTo>
                      <a:cubicBezTo>
                        <a:pt x="242" y="3278"/>
                        <a:pt x="229" y="3285"/>
                        <a:pt x="222" y="3292"/>
                      </a:cubicBezTo>
                      <a:cubicBezTo>
                        <a:pt x="20" y="3474"/>
                        <a:pt x="0" y="3787"/>
                        <a:pt x="183" y="3989"/>
                      </a:cubicBezTo>
                      <a:cubicBezTo>
                        <a:pt x="279" y="4097"/>
                        <a:pt x="412" y="4152"/>
                        <a:pt x="548" y="4152"/>
                      </a:cubicBezTo>
                      <a:cubicBezTo>
                        <a:pt x="625" y="4152"/>
                        <a:pt x="703" y="4135"/>
                        <a:pt x="776" y="4100"/>
                      </a:cubicBezTo>
                      <a:cubicBezTo>
                        <a:pt x="822" y="4289"/>
                        <a:pt x="985" y="4432"/>
                        <a:pt x="1180" y="4465"/>
                      </a:cubicBezTo>
                      <a:cubicBezTo>
                        <a:pt x="1208" y="4470"/>
                        <a:pt x="1235" y="4472"/>
                        <a:pt x="1263" y="4472"/>
                      </a:cubicBezTo>
                      <a:cubicBezTo>
                        <a:pt x="1418" y="4472"/>
                        <a:pt x="1568" y="4396"/>
                        <a:pt x="1662" y="4263"/>
                      </a:cubicBezTo>
                      <a:cubicBezTo>
                        <a:pt x="1756" y="4376"/>
                        <a:pt x="1896" y="4438"/>
                        <a:pt x="2040" y="4438"/>
                      </a:cubicBezTo>
                      <a:cubicBezTo>
                        <a:pt x="2086" y="4438"/>
                        <a:pt x="2132" y="4432"/>
                        <a:pt x="2177" y="4419"/>
                      </a:cubicBezTo>
                      <a:cubicBezTo>
                        <a:pt x="2353" y="4360"/>
                        <a:pt x="2484" y="4217"/>
                        <a:pt x="2523" y="4035"/>
                      </a:cubicBezTo>
                      <a:cubicBezTo>
                        <a:pt x="2589" y="4069"/>
                        <a:pt x="2662" y="4086"/>
                        <a:pt x="2735" y="4086"/>
                      </a:cubicBezTo>
                      <a:cubicBezTo>
                        <a:pt x="2828" y="4086"/>
                        <a:pt x="2921" y="4059"/>
                        <a:pt x="3005" y="4008"/>
                      </a:cubicBezTo>
                      <a:cubicBezTo>
                        <a:pt x="3129" y="3924"/>
                        <a:pt x="3214" y="3793"/>
                        <a:pt x="3227" y="3643"/>
                      </a:cubicBezTo>
                      <a:cubicBezTo>
                        <a:pt x="3286" y="3667"/>
                        <a:pt x="3348" y="3679"/>
                        <a:pt x="3410" y="3679"/>
                      </a:cubicBezTo>
                      <a:cubicBezTo>
                        <a:pt x="3484" y="3679"/>
                        <a:pt x="3557" y="3662"/>
                        <a:pt x="3624" y="3630"/>
                      </a:cubicBezTo>
                      <a:cubicBezTo>
                        <a:pt x="3722" y="3585"/>
                        <a:pt x="3800" y="3507"/>
                        <a:pt x="3852" y="3409"/>
                      </a:cubicBezTo>
                      <a:cubicBezTo>
                        <a:pt x="3911" y="3461"/>
                        <a:pt x="3976" y="3494"/>
                        <a:pt x="4048" y="3513"/>
                      </a:cubicBezTo>
                      <a:cubicBezTo>
                        <a:pt x="3957" y="3520"/>
                        <a:pt x="3865" y="3552"/>
                        <a:pt x="3787" y="3611"/>
                      </a:cubicBezTo>
                      <a:cubicBezTo>
                        <a:pt x="3670" y="3696"/>
                        <a:pt x="3598" y="3826"/>
                        <a:pt x="3585" y="3969"/>
                      </a:cubicBezTo>
                      <a:cubicBezTo>
                        <a:pt x="3531" y="3948"/>
                        <a:pt x="3473" y="3937"/>
                        <a:pt x="3415" y="3937"/>
                      </a:cubicBezTo>
                      <a:cubicBezTo>
                        <a:pt x="3334" y="3937"/>
                        <a:pt x="3253" y="3957"/>
                        <a:pt x="3181" y="3995"/>
                      </a:cubicBezTo>
                      <a:cubicBezTo>
                        <a:pt x="2940" y="4126"/>
                        <a:pt x="2855" y="4426"/>
                        <a:pt x="2979" y="4667"/>
                      </a:cubicBezTo>
                      <a:cubicBezTo>
                        <a:pt x="3070" y="4817"/>
                        <a:pt x="3233" y="4914"/>
                        <a:pt x="3416" y="4914"/>
                      </a:cubicBezTo>
                      <a:cubicBezTo>
                        <a:pt x="3494" y="4914"/>
                        <a:pt x="3572" y="4895"/>
                        <a:pt x="3644" y="4856"/>
                      </a:cubicBezTo>
                      <a:cubicBezTo>
                        <a:pt x="3794" y="4771"/>
                        <a:pt x="3891" y="4628"/>
                        <a:pt x="3904" y="4458"/>
                      </a:cubicBezTo>
                      <a:cubicBezTo>
                        <a:pt x="3960" y="4479"/>
                        <a:pt x="4018" y="4489"/>
                        <a:pt x="4076" y="4489"/>
                      </a:cubicBezTo>
                      <a:cubicBezTo>
                        <a:pt x="4180" y="4489"/>
                        <a:pt x="4283" y="4456"/>
                        <a:pt x="4367" y="4393"/>
                      </a:cubicBezTo>
                      <a:cubicBezTo>
                        <a:pt x="4517" y="4289"/>
                        <a:pt x="4589" y="4113"/>
                        <a:pt x="4563" y="3930"/>
                      </a:cubicBezTo>
                      <a:lnTo>
                        <a:pt x="4563" y="3930"/>
                      </a:lnTo>
                      <a:cubicBezTo>
                        <a:pt x="4588" y="3934"/>
                        <a:pt x="4613" y="3936"/>
                        <a:pt x="4638" y="3936"/>
                      </a:cubicBezTo>
                      <a:cubicBezTo>
                        <a:pt x="4818" y="3936"/>
                        <a:pt x="4980" y="3836"/>
                        <a:pt x="5071" y="3676"/>
                      </a:cubicBezTo>
                      <a:cubicBezTo>
                        <a:pt x="5195" y="3441"/>
                        <a:pt x="5104" y="3142"/>
                        <a:pt x="4869" y="3011"/>
                      </a:cubicBezTo>
                      <a:cubicBezTo>
                        <a:pt x="4804" y="2979"/>
                        <a:pt x="4732" y="2959"/>
                        <a:pt x="4660" y="2953"/>
                      </a:cubicBezTo>
                      <a:cubicBezTo>
                        <a:pt x="4647" y="2894"/>
                        <a:pt x="4628" y="2829"/>
                        <a:pt x="4595" y="2777"/>
                      </a:cubicBezTo>
                      <a:cubicBezTo>
                        <a:pt x="4771" y="2724"/>
                        <a:pt x="4902" y="2575"/>
                        <a:pt x="4934" y="2392"/>
                      </a:cubicBezTo>
                      <a:cubicBezTo>
                        <a:pt x="5001" y="2422"/>
                        <a:pt x="5071" y="2436"/>
                        <a:pt x="5141" y="2436"/>
                      </a:cubicBezTo>
                      <a:cubicBezTo>
                        <a:pt x="5269" y="2436"/>
                        <a:pt x="5395" y="2387"/>
                        <a:pt x="5488" y="2294"/>
                      </a:cubicBezTo>
                      <a:cubicBezTo>
                        <a:pt x="5638" y="2138"/>
                        <a:pt x="5671" y="1910"/>
                        <a:pt x="5579" y="1721"/>
                      </a:cubicBezTo>
                      <a:cubicBezTo>
                        <a:pt x="5768" y="1675"/>
                        <a:pt x="5912" y="1525"/>
                        <a:pt x="5944" y="1330"/>
                      </a:cubicBezTo>
                      <a:cubicBezTo>
                        <a:pt x="5990" y="1082"/>
                        <a:pt x="5840" y="834"/>
                        <a:pt x="5592" y="769"/>
                      </a:cubicBezTo>
                      <a:cubicBezTo>
                        <a:pt x="5592" y="730"/>
                        <a:pt x="5592" y="685"/>
                        <a:pt x="5586" y="652"/>
                      </a:cubicBezTo>
                      <a:cubicBezTo>
                        <a:pt x="5540" y="411"/>
                        <a:pt x="5332" y="245"/>
                        <a:pt x="5100" y="245"/>
                      </a:cubicBezTo>
                      <a:cubicBezTo>
                        <a:pt x="5069" y="245"/>
                        <a:pt x="5037" y="248"/>
                        <a:pt x="5006" y="254"/>
                      </a:cubicBezTo>
                      <a:cubicBezTo>
                        <a:pt x="4817" y="293"/>
                        <a:pt x="4660" y="437"/>
                        <a:pt x="4621" y="632"/>
                      </a:cubicBezTo>
                      <a:cubicBezTo>
                        <a:pt x="4545" y="591"/>
                        <a:pt x="4462" y="570"/>
                        <a:pt x="4379" y="570"/>
                      </a:cubicBezTo>
                      <a:cubicBezTo>
                        <a:pt x="4294" y="570"/>
                        <a:pt x="4209" y="592"/>
                        <a:pt x="4133" y="639"/>
                      </a:cubicBezTo>
                      <a:cubicBezTo>
                        <a:pt x="3989" y="724"/>
                        <a:pt x="3904" y="874"/>
                        <a:pt x="3898" y="1036"/>
                      </a:cubicBezTo>
                      <a:cubicBezTo>
                        <a:pt x="3844" y="1019"/>
                        <a:pt x="3789" y="1010"/>
                        <a:pt x="3734" y="1010"/>
                      </a:cubicBezTo>
                      <a:cubicBezTo>
                        <a:pt x="3630" y="1010"/>
                        <a:pt x="3527" y="1042"/>
                        <a:pt x="3442" y="1102"/>
                      </a:cubicBezTo>
                      <a:cubicBezTo>
                        <a:pt x="3311" y="1199"/>
                        <a:pt x="3233" y="1349"/>
                        <a:pt x="3240" y="1512"/>
                      </a:cubicBezTo>
                      <a:cubicBezTo>
                        <a:pt x="3193" y="1499"/>
                        <a:pt x="3145" y="1492"/>
                        <a:pt x="3099" y="1492"/>
                      </a:cubicBezTo>
                      <a:cubicBezTo>
                        <a:pt x="2989" y="1492"/>
                        <a:pt x="2883" y="1528"/>
                        <a:pt x="2796" y="1597"/>
                      </a:cubicBezTo>
                      <a:cubicBezTo>
                        <a:pt x="2686" y="1682"/>
                        <a:pt x="2620" y="1812"/>
                        <a:pt x="2614" y="1949"/>
                      </a:cubicBezTo>
                      <a:cubicBezTo>
                        <a:pt x="2556" y="1928"/>
                        <a:pt x="2497" y="1918"/>
                        <a:pt x="2440" y="1918"/>
                      </a:cubicBezTo>
                      <a:cubicBezTo>
                        <a:pt x="2373" y="1918"/>
                        <a:pt x="2308" y="1931"/>
                        <a:pt x="2249" y="1955"/>
                      </a:cubicBezTo>
                      <a:cubicBezTo>
                        <a:pt x="2223" y="1968"/>
                        <a:pt x="2203" y="1975"/>
                        <a:pt x="2184" y="1988"/>
                      </a:cubicBezTo>
                      <a:cubicBezTo>
                        <a:pt x="2156" y="1983"/>
                        <a:pt x="2132" y="1979"/>
                        <a:pt x="2106" y="1979"/>
                      </a:cubicBezTo>
                      <a:cubicBezTo>
                        <a:pt x="2095" y="1979"/>
                        <a:pt x="2084" y="1980"/>
                        <a:pt x="2073" y="1981"/>
                      </a:cubicBezTo>
                      <a:cubicBezTo>
                        <a:pt x="1956" y="1988"/>
                        <a:pt x="1838" y="2034"/>
                        <a:pt x="1754" y="2118"/>
                      </a:cubicBezTo>
                      <a:cubicBezTo>
                        <a:pt x="1737" y="2115"/>
                        <a:pt x="1721" y="2113"/>
                        <a:pt x="1705" y="2113"/>
                      </a:cubicBezTo>
                      <a:cubicBezTo>
                        <a:pt x="1688" y="2113"/>
                        <a:pt x="1672" y="2115"/>
                        <a:pt x="1656" y="2118"/>
                      </a:cubicBezTo>
                      <a:cubicBezTo>
                        <a:pt x="1617" y="2118"/>
                        <a:pt x="1578" y="2125"/>
                        <a:pt x="1539" y="2138"/>
                      </a:cubicBezTo>
                      <a:cubicBezTo>
                        <a:pt x="1519" y="2125"/>
                        <a:pt x="1506" y="2118"/>
                        <a:pt x="1486" y="2112"/>
                      </a:cubicBezTo>
                      <a:cubicBezTo>
                        <a:pt x="1480" y="2105"/>
                        <a:pt x="1473" y="2092"/>
                        <a:pt x="1473" y="2079"/>
                      </a:cubicBezTo>
                      <a:cubicBezTo>
                        <a:pt x="1454" y="2040"/>
                        <a:pt x="1428" y="1995"/>
                        <a:pt x="1402" y="1962"/>
                      </a:cubicBezTo>
                      <a:cubicBezTo>
                        <a:pt x="1428" y="1942"/>
                        <a:pt x="1447" y="1923"/>
                        <a:pt x="1473" y="1903"/>
                      </a:cubicBezTo>
                      <a:cubicBezTo>
                        <a:pt x="1552" y="1825"/>
                        <a:pt x="1597" y="1727"/>
                        <a:pt x="1617" y="1623"/>
                      </a:cubicBezTo>
                      <a:cubicBezTo>
                        <a:pt x="1680" y="1651"/>
                        <a:pt x="1746" y="1664"/>
                        <a:pt x="1814" y="1664"/>
                      </a:cubicBezTo>
                      <a:cubicBezTo>
                        <a:pt x="1872" y="1664"/>
                        <a:pt x="1931" y="1654"/>
                        <a:pt x="1988" y="1636"/>
                      </a:cubicBezTo>
                      <a:cubicBezTo>
                        <a:pt x="2125" y="1584"/>
                        <a:pt x="2236" y="1467"/>
                        <a:pt x="2282" y="1330"/>
                      </a:cubicBezTo>
                      <a:cubicBezTo>
                        <a:pt x="2366" y="1385"/>
                        <a:pt x="2465" y="1415"/>
                        <a:pt x="2563" y="1415"/>
                      </a:cubicBezTo>
                      <a:cubicBezTo>
                        <a:pt x="2616" y="1415"/>
                        <a:pt x="2668" y="1407"/>
                        <a:pt x="2718" y="1388"/>
                      </a:cubicBezTo>
                      <a:cubicBezTo>
                        <a:pt x="2901" y="1330"/>
                        <a:pt x="3031" y="1173"/>
                        <a:pt x="3051" y="984"/>
                      </a:cubicBezTo>
                      <a:cubicBezTo>
                        <a:pt x="3063" y="985"/>
                        <a:pt x="3075" y="985"/>
                        <a:pt x="3087" y="985"/>
                      </a:cubicBezTo>
                      <a:cubicBezTo>
                        <a:pt x="3197" y="985"/>
                        <a:pt x="3301" y="958"/>
                        <a:pt x="3390" y="893"/>
                      </a:cubicBezTo>
                      <a:cubicBezTo>
                        <a:pt x="3611" y="730"/>
                        <a:pt x="3663" y="424"/>
                        <a:pt x="3500" y="202"/>
                      </a:cubicBezTo>
                      <a:cubicBezTo>
                        <a:pt x="3407" y="70"/>
                        <a:pt x="3258" y="0"/>
                        <a:pt x="3106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8" name="Google Shape;718;p38"/>
                <p:cNvSpPr/>
                <p:nvPr/>
              </p:nvSpPr>
              <p:spPr>
                <a:xfrm>
                  <a:off x="4097202" y="3724545"/>
                  <a:ext cx="209832" cy="186125"/>
                </a:xfrm>
                <a:custGeom>
                  <a:rect b="b" l="l" r="r" t="t"/>
                  <a:pathLst>
                    <a:path extrusionOk="0" h="7372" w="8311">
                      <a:moveTo>
                        <a:pt x="6755" y="1"/>
                      </a:moveTo>
                      <a:cubicBezTo>
                        <a:pt x="6626" y="1"/>
                        <a:pt x="6495" y="32"/>
                        <a:pt x="6374" y="98"/>
                      </a:cubicBezTo>
                      <a:cubicBezTo>
                        <a:pt x="6172" y="208"/>
                        <a:pt x="6029" y="410"/>
                        <a:pt x="5983" y="639"/>
                      </a:cubicBezTo>
                      <a:cubicBezTo>
                        <a:pt x="5835" y="506"/>
                        <a:pt x="5649" y="439"/>
                        <a:pt x="5458" y="439"/>
                      </a:cubicBezTo>
                      <a:cubicBezTo>
                        <a:pt x="5414" y="439"/>
                        <a:pt x="5369" y="442"/>
                        <a:pt x="5325" y="450"/>
                      </a:cubicBezTo>
                      <a:cubicBezTo>
                        <a:pt x="5071" y="489"/>
                        <a:pt x="4856" y="652"/>
                        <a:pt x="4745" y="880"/>
                      </a:cubicBezTo>
                      <a:cubicBezTo>
                        <a:pt x="4608" y="658"/>
                        <a:pt x="4374" y="521"/>
                        <a:pt x="4113" y="508"/>
                      </a:cubicBezTo>
                      <a:cubicBezTo>
                        <a:pt x="4100" y="508"/>
                        <a:pt x="4087" y="507"/>
                        <a:pt x="4074" y="507"/>
                      </a:cubicBezTo>
                      <a:cubicBezTo>
                        <a:pt x="3821" y="507"/>
                        <a:pt x="3584" y="629"/>
                        <a:pt x="3442" y="834"/>
                      </a:cubicBezTo>
                      <a:cubicBezTo>
                        <a:pt x="3337" y="586"/>
                        <a:pt x="3122" y="404"/>
                        <a:pt x="2855" y="352"/>
                      </a:cubicBezTo>
                      <a:cubicBezTo>
                        <a:pt x="2808" y="344"/>
                        <a:pt x="2760" y="340"/>
                        <a:pt x="2713" y="340"/>
                      </a:cubicBezTo>
                      <a:cubicBezTo>
                        <a:pt x="2493" y="340"/>
                        <a:pt x="2282" y="426"/>
                        <a:pt x="2131" y="586"/>
                      </a:cubicBezTo>
                      <a:cubicBezTo>
                        <a:pt x="2060" y="326"/>
                        <a:pt x="1864" y="124"/>
                        <a:pt x="1610" y="39"/>
                      </a:cubicBezTo>
                      <a:cubicBezTo>
                        <a:pt x="1531" y="14"/>
                        <a:pt x="1450" y="2"/>
                        <a:pt x="1371" y="2"/>
                      </a:cubicBezTo>
                      <a:cubicBezTo>
                        <a:pt x="1036" y="2"/>
                        <a:pt x="725" y="216"/>
                        <a:pt x="619" y="554"/>
                      </a:cubicBezTo>
                      <a:cubicBezTo>
                        <a:pt x="593" y="645"/>
                        <a:pt x="580" y="736"/>
                        <a:pt x="587" y="828"/>
                      </a:cubicBezTo>
                      <a:cubicBezTo>
                        <a:pt x="294" y="932"/>
                        <a:pt x="85" y="1199"/>
                        <a:pt x="59" y="1505"/>
                      </a:cubicBezTo>
                      <a:cubicBezTo>
                        <a:pt x="33" y="1805"/>
                        <a:pt x="183" y="2092"/>
                        <a:pt x="437" y="2248"/>
                      </a:cubicBezTo>
                      <a:cubicBezTo>
                        <a:pt x="170" y="2385"/>
                        <a:pt x="0" y="2666"/>
                        <a:pt x="7" y="2965"/>
                      </a:cubicBezTo>
                      <a:cubicBezTo>
                        <a:pt x="13" y="3272"/>
                        <a:pt x="196" y="3545"/>
                        <a:pt x="476" y="3669"/>
                      </a:cubicBezTo>
                      <a:cubicBezTo>
                        <a:pt x="215" y="3845"/>
                        <a:pt x="85" y="4158"/>
                        <a:pt x="137" y="4464"/>
                      </a:cubicBezTo>
                      <a:cubicBezTo>
                        <a:pt x="202" y="4784"/>
                        <a:pt x="450" y="5038"/>
                        <a:pt x="776" y="5097"/>
                      </a:cubicBezTo>
                      <a:cubicBezTo>
                        <a:pt x="522" y="5390"/>
                        <a:pt x="515" y="5820"/>
                        <a:pt x="756" y="6113"/>
                      </a:cubicBezTo>
                      <a:cubicBezTo>
                        <a:pt x="912" y="6306"/>
                        <a:pt x="1142" y="6406"/>
                        <a:pt x="1372" y="6406"/>
                      </a:cubicBezTo>
                      <a:cubicBezTo>
                        <a:pt x="1546" y="6406"/>
                        <a:pt x="1721" y="6349"/>
                        <a:pt x="1864" y="6231"/>
                      </a:cubicBezTo>
                      <a:cubicBezTo>
                        <a:pt x="2203" y="5957"/>
                        <a:pt x="2255" y="5455"/>
                        <a:pt x="1982" y="5116"/>
                      </a:cubicBezTo>
                      <a:cubicBezTo>
                        <a:pt x="1864" y="4973"/>
                        <a:pt x="1695" y="4875"/>
                        <a:pt x="1512" y="4842"/>
                      </a:cubicBezTo>
                      <a:cubicBezTo>
                        <a:pt x="1669" y="4660"/>
                        <a:pt x="1734" y="4419"/>
                        <a:pt x="1695" y="4184"/>
                      </a:cubicBezTo>
                      <a:cubicBezTo>
                        <a:pt x="1649" y="3930"/>
                        <a:pt x="1480" y="3708"/>
                        <a:pt x="1239" y="3604"/>
                      </a:cubicBezTo>
                      <a:cubicBezTo>
                        <a:pt x="1460" y="3454"/>
                        <a:pt x="1591" y="3206"/>
                        <a:pt x="1584" y="2939"/>
                      </a:cubicBezTo>
                      <a:cubicBezTo>
                        <a:pt x="1577" y="2666"/>
                        <a:pt x="1434" y="2418"/>
                        <a:pt x="1199" y="2274"/>
                      </a:cubicBezTo>
                      <a:cubicBezTo>
                        <a:pt x="1447" y="2151"/>
                        <a:pt x="1604" y="1910"/>
                        <a:pt x="1630" y="1636"/>
                      </a:cubicBezTo>
                      <a:cubicBezTo>
                        <a:pt x="1630" y="1603"/>
                        <a:pt x="1630" y="1571"/>
                        <a:pt x="1630" y="1538"/>
                      </a:cubicBezTo>
                      <a:cubicBezTo>
                        <a:pt x="1747" y="1492"/>
                        <a:pt x="1858" y="1421"/>
                        <a:pt x="1942" y="1329"/>
                      </a:cubicBezTo>
                      <a:cubicBezTo>
                        <a:pt x="2021" y="1623"/>
                        <a:pt x="2262" y="1844"/>
                        <a:pt x="2555" y="1903"/>
                      </a:cubicBezTo>
                      <a:cubicBezTo>
                        <a:pt x="2602" y="1911"/>
                        <a:pt x="2649" y="1915"/>
                        <a:pt x="2696" y="1915"/>
                      </a:cubicBezTo>
                      <a:cubicBezTo>
                        <a:pt x="2948" y="1915"/>
                        <a:pt x="3190" y="1799"/>
                        <a:pt x="3344" y="1590"/>
                      </a:cubicBezTo>
                      <a:cubicBezTo>
                        <a:pt x="3461" y="1870"/>
                        <a:pt x="3728" y="2066"/>
                        <a:pt x="4035" y="2079"/>
                      </a:cubicBezTo>
                      <a:cubicBezTo>
                        <a:pt x="4046" y="2079"/>
                        <a:pt x="4058" y="2080"/>
                        <a:pt x="4069" y="2080"/>
                      </a:cubicBezTo>
                      <a:cubicBezTo>
                        <a:pt x="4375" y="2080"/>
                        <a:pt x="4652" y="1912"/>
                        <a:pt x="4784" y="1636"/>
                      </a:cubicBezTo>
                      <a:cubicBezTo>
                        <a:pt x="4930" y="1871"/>
                        <a:pt x="5181" y="2005"/>
                        <a:pt x="5448" y="2005"/>
                      </a:cubicBezTo>
                      <a:cubicBezTo>
                        <a:pt x="5491" y="2005"/>
                        <a:pt x="5535" y="2002"/>
                        <a:pt x="5579" y="1994"/>
                      </a:cubicBezTo>
                      <a:cubicBezTo>
                        <a:pt x="5905" y="1942"/>
                        <a:pt x="6159" y="1694"/>
                        <a:pt x="6225" y="1369"/>
                      </a:cubicBezTo>
                      <a:cubicBezTo>
                        <a:pt x="6368" y="1499"/>
                        <a:pt x="6550" y="1571"/>
                        <a:pt x="6739" y="1571"/>
                      </a:cubicBezTo>
                      <a:cubicBezTo>
                        <a:pt x="6824" y="1707"/>
                        <a:pt x="6941" y="1812"/>
                        <a:pt x="7078" y="1877"/>
                      </a:cubicBezTo>
                      <a:cubicBezTo>
                        <a:pt x="6857" y="2020"/>
                        <a:pt x="6726" y="2261"/>
                        <a:pt x="6720" y="2522"/>
                      </a:cubicBezTo>
                      <a:cubicBezTo>
                        <a:pt x="6713" y="2776"/>
                        <a:pt x="6831" y="3017"/>
                        <a:pt x="7033" y="3167"/>
                      </a:cubicBezTo>
                      <a:cubicBezTo>
                        <a:pt x="6805" y="3259"/>
                        <a:pt x="6629" y="3448"/>
                        <a:pt x="6563" y="3682"/>
                      </a:cubicBezTo>
                      <a:cubicBezTo>
                        <a:pt x="6498" y="3904"/>
                        <a:pt x="6531" y="4145"/>
                        <a:pt x="6661" y="4341"/>
                      </a:cubicBezTo>
                      <a:cubicBezTo>
                        <a:pt x="6427" y="4354"/>
                        <a:pt x="6205" y="4471"/>
                        <a:pt x="6068" y="4660"/>
                      </a:cubicBezTo>
                      <a:cubicBezTo>
                        <a:pt x="5925" y="4849"/>
                        <a:pt x="5879" y="5090"/>
                        <a:pt x="5938" y="5325"/>
                      </a:cubicBezTo>
                      <a:cubicBezTo>
                        <a:pt x="5863" y="5303"/>
                        <a:pt x="5786" y="5292"/>
                        <a:pt x="5709" y="5292"/>
                      </a:cubicBezTo>
                      <a:cubicBezTo>
                        <a:pt x="5559" y="5292"/>
                        <a:pt x="5409" y="5334"/>
                        <a:pt x="5279" y="5416"/>
                      </a:cubicBezTo>
                      <a:cubicBezTo>
                        <a:pt x="5090" y="5540"/>
                        <a:pt x="4967" y="5735"/>
                        <a:pt x="4934" y="5957"/>
                      </a:cubicBezTo>
                      <a:cubicBezTo>
                        <a:pt x="4791" y="5841"/>
                        <a:pt x="4610" y="5781"/>
                        <a:pt x="4428" y="5781"/>
                      </a:cubicBezTo>
                      <a:cubicBezTo>
                        <a:pt x="4395" y="5781"/>
                        <a:pt x="4361" y="5783"/>
                        <a:pt x="4328" y="5787"/>
                      </a:cubicBezTo>
                      <a:cubicBezTo>
                        <a:pt x="3898" y="5846"/>
                        <a:pt x="3591" y="6244"/>
                        <a:pt x="3657" y="6674"/>
                      </a:cubicBezTo>
                      <a:cubicBezTo>
                        <a:pt x="3702" y="7071"/>
                        <a:pt x="4041" y="7371"/>
                        <a:pt x="4439" y="7371"/>
                      </a:cubicBezTo>
                      <a:cubicBezTo>
                        <a:pt x="4471" y="7371"/>
                        <a:pt x="4510" y="7365"/>
                        <a:pt x="4543" y="7365"/>
                      </a:cubicBezTo>
                      <a:cubicBezTo>
                        <a:pt x="4895" y="7319"/>
                        <a:pt x="5169" y="7045"/>
                        <a:pt x="5221" y="6700"/>
                      </a:cubicBezTo>
                      <a:cubicBezTo>
                        <a:pt x="5365" y="6816"/>
                        <a:pt x="5540" y="6875"/>
                        <a:pt x="5715" y="6875"/>
                      </a:cubicBezTo>
                      <a:cubicBezTo>
                        <a:pt x="5865" y="6875"/>
                        <a:pt x="6014" y="6832"/>
                        <a:pt x="6146" y="6746"/>
                      </a:cubicBezTo>
                      <a:cubicBezTo>
                        <a:pt x="6433" y="6563"/>
                        <a:pt x="6563" y="6224"/>
                        <a:pt x="6479" y="5892"/>
                      </a:cubicBezTo>
                      <a:lnTo>
                        <a:pt x="6479" y="5892"/>
                      </a:lnTo>
                      <a:cubicBezTo>
                        <a:pt x="6554" y="5915"/>
                        <a:pt x="6631" y="5926"/>
                        <a:pt x="6707" y="5926"/>
                      </a:cubicBezTo>
                      <a:cubicBezTo>
                        <a:pt x="6953" y="5926"/>
                        <a:pt x="7190" y="5809"/>
                        <a:pt x="7339" y="5605"/>
                      </a:cubicBezTo>
                      <a:cubicBezTo>
                        <a:pt x="7541" y="5338"/>
                        <a:pt x="7548" y="4979"/>
                        <a:pt x="7365" y="4699"/>
                      </a:cubicBezTo>
                      <a:cubicBezTo>
                        <a:pt x="7704" y="4686"/>
                        <a:pt x="7991" y="4458"/>
                        <a:pt x="8082" y="4132"/>
                      </a:cubicBezTo>
                      <a:cubicBezTo>
                        <a:pt x="8173" y="3819"/>
                        <a:pt x="8062" y="3480"/>
                        <a:pt x="7802" y="3285"/>
                      </a:cubicBezTo>
                      <a:cubicBezTo>
                        <a:pt x="8102" y="3167"/>
                        <a:pt x="8297" y="2881"/>
                        <a:pt x="8304" y="2561"/>
                      </a:cubicBezTo>
                      <a:cubicBezTo>
                        <a:pt x="8310" y="2255"/>
                        <a:pt x="8134" y="1962"/>
                        <a:pt x="7847" y="1831"/>
                      </a:cubicBezTo>
                      <a:cubicBezTo>
                        <a:pt x="8108" y="1662"/>
                        <a:pt x="8245" y="1362"/>
                        <a:pt x="8199" y="1056"/>
                      </a:cubicBezTo>
                      <a:cubicBezTo>
                        <a:pt x="8147" y="671"/>
                        <a:pt x="7821" y="384"/>
                        <a:pt x="7437" y="378"/>
                      </a:cubicBezTo>
                      <a:cubicBezTo>
                        <a:pt x="7287" y="136"/>
                        <a:pt x="7025" y="1"/>
                        <a:pt x="6755" y="1"/>
                      </a:cubicBezTo>
                      <a:close/>
                    </a:path>
                  </a:pathLst>
                </a:custGeom>
                <a:solidFill>
                  <a:srgbClr val="D4DBE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719" name="Google Shape;719;p38"/>
          <p:cNvGrpSpPr/>
          <p:nvPr/>
        </p:nvGrpSpPr>
        <p:grpSpPr>
          <a:xfrm>
            <a:off x="7913078" y="1849432"/>
            <a:ext cx="550951" cy="1310497"/>
            <a:chOff x="5904140" y="3050537"/>
            <a:chExt cx="550951" cy="1310497"/>
          </a:xfrm>
        </p:grpSpPr>
        <p:sp>
          <p:nvSpPr>
            <p:cNvPr id="720" name="Google Shape;720;p38"/>
            <p:cNvSpPr/>
            <p:nvPr/>
          </p:nvSpPr>
          <p:spPr>
            <a:xfrm>
              <a:off x="5953020" y="4311978"/>
              <a:ext cx="453041" cy="49056"/>
            </a:xfrm>
            <a:custGeom>
              <a:rect b="b" l="l" r="r" t="t"/>
              <a:pathLst>
                <a:path extrusionOk="0" h="1943" w="17944">
                  <a:moveTo>
                    <a:pt x="8975" y="0"/>
                  </a:moveTo>
                  <a:cubicBezTo>
                    <a:pt x="4022" y="0"/>
                    <a:pt x="0" y="437"/>
                    <a:pt x="0" y="972"/>
                  </a:cubicBezTo>
                  <a:cubicBezTo>
                    <a:pt x="0" y="1506"/>
                    <a:pt x="4022" y="1943"/>
                    <a:pt x="8975" y="1943"/>
                  </a:cubicBezTo>
                  <a:cubicBezTo>
                    <a:pt x="13928" y="1943"/>
                    <a:pt x="17943" y="1506"/>
                    <a:pt x="17943" y="972"/>
                  </a:cubicBezTo>
                  <a:cubicBezTo>
                    <a:pt x="17943" y="437"/>
                    <a:pt x="13928" y="0"/>
                    <a:pt x="8975" y="0"/>
                  </a:cubicBezTo>
                  <a:close/>
                </a:path>
              </a:pathLst>
            </a:custGeom>
            <a:solidFill>
              <a:srgbClr val="778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1" name="Google Shape;721;p38"/>
            <p:cNvGrpSpPr/>
            <p:nvPr/>
          </p:nvGrpSpPr>
          <p:grpSpPr>
            <a:xfrm>
              <a:off x="5904140" y="3050537"/>
              <a:ext cx="550951" cy="1278256"/>
              <a:chOff x="5904140" y="3050537"/>
              <a:chExt cx="550951" cy="1278256"/>
            </a:xfrm>
          </p:grpSpPr>
          <p:sp>
            <p:nvSpPr>
              <p:cNvPr id="722" name="Google Shape;722;p38"/>
              <p:cNvSpPr/>
              <p:nvPr/>
            </p:nvSpPr>
            <p:spPr>
              <a:xfrm>
                <a:off x="5904140" y="3050537"/>
                <a:ext cx="550951" cy="1278256"/>
              </a:xfrm>
              <a:custGeom>
                <a:rect b="b" l="l" r="r" t="t"/>
                <a:pathLst>
                  <a:path extrusionOk="0" h="50629" w="21822">
                    <a:moveTo>
                      <a:pt x="3781" y="7802"/>
                    </a:moveTo>
                    <a:lnTo>
                      <a:pt x="3781" y="7834"/>
                    </a:lnTo>
                    <a:lnTo>
                      <a:pt x="3761" y="7834"/>
                    </a:lnTo>
                    <a:lnTo>
                      <a:pt x="3781" y="7802"/>
                    </a:lnTo>
                    <a:close/>
                    <a:moveTo>
                      <a:pt x="10690" y="0"/>
                    </a:moveTo>
                    <a:cubicBezTo>
                      <a:pt x="6753" y="0"/>
                      <a:pt x="3559" y="3187"/>
                      <a:pt x="3559" y="7130"/>
                    </a:cubicBezTo>
                    <a:cubicBezTo>
                      <a:pt x="3559" y="7365"/>
                      <a:pt x="3572" y="7600"/>
                      <a:pt x="3605" y="7834"/>
                    </a:cubicBezTo>
                    <a:cubicBezTo>
                      <a:pt x="2973" y="7906"/>
                      <a:pt x="2543" y="8512"/>
                      <a:pt x="2699" y="9131"/>
                    </a:cubicBezTo>
                    <a:cubicBezTo>
                      <a:pt x="2821" y="9609"/>
                      <a:pt x="3251" y="9920"/>
                      <a:pt x="3713" y="9920"/>
                    </a:cubicBezTo>
                    <a:cubicBezTo>
                      <a:pt x="3844" y="9920"/>
                      <a:pt x="3977" y="9895"/>
                      <a:pt x="4107" y="9842"/>
                    </a:cubicBezTo>
                    <a:cubicBezTo>
                      <a:pt x="4837" y="12044"/>
                      <a:pt x="6681" y="13804"/>
                      <a:pt x="8747" y="14560"/>
                    </a:cubicBezTo>
                    <a:cubicBezTo>
                      <a:pt x="8793" y="14573"/>
                      <a:pt x="8878" y="14593"/>
                      <a:pt x="8878" y="14606"/>
                    </a:cubicBezTo>
                    <a:lnTo>
                      <a:pt x="8878" y="16620"/>
                    </a:lnTo>
                    <a:lnTo>
                      <a:pt x="5651" y="16620"/>
                    </a:lnTo>
                    <a:cubicBezTo>
                      <a:pt x="5651" y="16620"/>
                      <a:pt x="5645" y="16685"/>
                      <a:pt x="5625" y="16698"/>
                    </a:cubicBezTo>
                    <a:cubicBezTo>
                      <a:pt x="5052" y="16705"/>
                      <a:pt x="4543" y="17076"/>
                      <a:pt x="4361" y="17623"/>
                    </a:cubicBezTo>
                    <a:lnTo>
                      <a:pt x="216" y="33239"/>
                    </a:lnTo>
                    <a:cubicBezTo>
                      <a:pt x="1" y="33872"/>
                      <a:pt x="294" y="34563"/>
                      <a:pt x="900" y="34849"/>
                    </a:cubicBezTo>
                    <a:cubicBezTo>
                      <a:pt x="1081" y="34936"/>
                      <a:pt x="1274" y="34977"/>
                      <a:pt x="1464" y="34977"/>
                    </a:cubicBezTo>
                    <a:cubicBezTo>
                      <a:pt x="1904" y="34977"/>
                      <a:pt x="2331" y="34756"/>
                      <a:pt x="2582" y="34360"/>
                    </a:cubicBezTo>
                    <a:cubicBezTo>
                      <a:pt x="2621" y="34387"/>
                      <a:pt x="2673" y="34413"/>
                      <a:pt x="2719" y="34419"/>
                    </a:cubicBezTo>
                    <a:cubicBezTo>
                      <a:pt x="2750" y="34427"/>
                      <a:pt x="2782" y="34430"/>
                      <a:pt x="2813" y="34430"/>
                    </a:cubicBezTo>
                    <a:cubicBezTo>
                      <a:pt x="2999" y="34430"/>
                      <a:pt x="3163" y="34303"/>
                      <a:pt x="3207" y="34119"/>
                    </a:cubicBezTo>
                    <a:lnTo>
                      <a:pt x="3559" y="32542"/>
                    </a:lnTo>
                    <a:cubicBezTo>
                      <a:pt x="3605" y="32347"/>
                      <a:pt x="3481" y="32040"/>
                      <a:pt x="3299" y="31949"/>
                    </a:cubicBezTo>
                    <a:lnTo>
                      <a:pt x="6336" y="20954"/>
                    </a:lnTo>
                    <a:cubicBezTo>
                      <a:pt x="6336" y="22844"/>
                      <a:pt x="6381" y="26507"/>
                      <a:pt x="6453" y="30567"/>
                    </a:cubicBezTo>
                    <a:lnTo>
                      <a:pt x="6401" y="30567"/>
                    </a:lnTo>
                    <a:lnTo>
                      <a:pt x="6466" y="32360"/>
                    </a:lnTo>
                    <a:lnTo>
                      <a:pt x="6486" y="32360"/>
                    </a:lnTo>
                    <a:cubicBezTo>
                      <a:pt x="6623" y="40194"/>
                      <a:pt x="6805" y="48732"/>
                      <a:pt x="6805" y="48732"/>
                    </a:cubicBezTo>
                    <a:cubicBezTo>
                      <a:pt x="6805" y="48732"/>
                      <a:pt x="4517" y="49090"/>
                      <a:pt x="4517" y="50622"/>
                    </a:cubicBezTo>
                    <a:lnTo>
                      <a:pt x="8936" y="50622"/>
                    </a:lnTo>
                    <a:lnTo>
                      <a:pt x="10631" y="33435"/>
                    </a:lnTo>
                    <a:lnTo>
                      <a:pt x="10663" y="33461"/>
                    </a:lnTo>
                    <a:lnTo>
                      <a:pt x="11035" y="33461"/>
                    </a:lnTo>
                    <a:lnTo>
                      <a:pt x="11035" y="33455"/>
                    </a:lnTo>
                    <a:lnTo>
                      <a:pt x="12892" y="50628"/>
                    </a:lnTo>
                    <a:lnTo>
                      <a:pt x="17311" y="50628"/>
                    </a:lnTo>
                    <a:cubicBezTo>
                      <a:pt x="17311" y="49097"/>
                      <a:pt x="15030" y="48738"/>
                      <a:pt x="15030" y="48738"/>
                    </a:cubicBezTo>
                    <a:cubicBezTo>
                      <a:pt x="15030" y="48738"/>
                      <a:pt x="15193" y="40102"/>
                      <a:pt x="15324" y="32216"/>
                    </a:cubicBezTo>
                    <a:cubicBezTo>
                      <a:pt x="15330" y="31897"/>
                      <a:pt x="15356" y="30574"/>
                      <a:pt x="15356" y="30574"/>
                    </a:cubicBezTo>
                    <a:lnTo>
                      <a:pt x="15350" y="30574"/>
                    </a:lnTo>
                    <a:cubicBezTo>
                      <a:pt x="15408" y="26481"/>
                      <a:pt x="15454" y="22785"/>
                      <a:pt x="15454" y="20863"/>
                    </a:cubicBezTo>
                    <a:lnTo>
                      <a:pt x="18517" y="31929"/>
                    </a:lnTo>
                    <a:cubicBezTo>
                      <a:pt x="18309" y="31995"/>
                      <a:pt x="18159" y="32334"/>
                      <a:pt x="18204" y="32542"/>
                    </a:cubicBezTo>
                    <a:lnTo>
                      <a:pt x="18563" y="34119"/>
                    </a:lnTo>
                    <a:cubicBezTo>
                      <a:pt x="18606" y="34317"/>
                      <a:pt x="18779" y="34435"/>
                      <a:pt x="18957" y="34435"/>
                    </a:cubicBezTo>
                    <a:cubicBezTo>
                      <a:pt x="19049" y="34435"/>
                      <a:pt x="19143" y="34403"/>
                      <a:pt x="19221" y="34334"/>
                    </a:cubicBezTo>
                    <a:cubicBezTo>
                      <a:pt x="19468" y="34749"/>
                      <a:pt x="19908" y="34984"/>
                      <a:pt x="20363" y="34984"/>
                    </a:cubicBezTo>
                    <a:cubicBezTo>
                      <a:pt x="20545" y="34984"/>
                      <a:pt x="20728" y="34947"/>
                      <a:pt x="20903" y="34869"/>
                    </a:cubicBezTo>
                    <a:cubicBezTo>
                      <a:pt x="21515" y="34589"/>
                      <a:pt x="21822" y="33891"/>
                      <a:pt x="21606" y="33252"/>
                    </a:cubicBezTo>
                    <a:lnTo>
                      <a:pt x="21600" y="33246"/>
                    </a:lnTo>
                    <a:lnTo>
                      <a:pt x="17292" y="17663"/>
                    </a:lnTo>
                    <a:cubicBezTo>
                      <a:pt x="17122" y="17141"/>
                      <a:pt x="16653" y="16744"/>
                      <a:pt x="16138" y="16705"/>
                    </a:cubicBezTo>
                    <a:cubicBezTo>
                      <a:pt x="16125" y="16691"/>
                      <a:pt x="16112" y="16626"/>
                      <a:pt x="16112" y="16626"/>
                    </a:cubicBezTo>
                    <a:lnTo>
                      <a:pt x="12612" y="16626"/>
                    </a:lnTo>
                    <a:lnTo>
                      <a:pt x="12612" y="14704"/>
                    </a:lnTo>
                    <a:cubicBezTo>
                      <a:pt x="12612" y="14704"/>
                      <a:pt x="12645" y="14697"/>
                      <a:pt x="12651" y="14691"/>
                    </a:cubicBezTo>
                    <a:cubicBezTo>
                      <a:pt x="12664" y="14691"/>
                      <a:pt x="12684" y="14684"/>
                      <a:pt x="12703" y="14678"/>
                    </a:cubicBezTo>
                    <a:cubicBezTo>
                      <a:pt x="14893" y="14013"/>
                      <a:pt x="16914" y="12194"/>
                      <a:pt x="17696" y="9887"/>
                    </a:cubicBezTo>
                    <a:cubicBezTo>
                      <a:pt x="17774" y="9907"/>
                      <a:pt x="17859" y="9920"/>
                      <a:pt x="17944" y="9920"/>
                    </a:cubicBezTo>
                    <a:cubicBezTo>
                      <a:pt x="17948" y="9920"/>
                      <a:pt x="17952" y="9920"/>
                      <a:pt x="17956" y="9920"/>
                    </a:cubicBezTo>
                    <a:cubicBezTo>
                      <a:pt x="18517" y="9920"/>
                      <a:pt x="18974" y="9485"/>
                      <a:pt x="19006" y="8929"/>
                    </a:cubicBezTo>
                    <a:cubicBezTo>
                      <a:pt x="19032" y="8369"/>
                      <a:pt x="18615" y="7880"/>
                      <a:pt x="18054" y="7834"/>
                    </a:cubicBezTo>
                    <a:lnTo>
                      <a:pt x="18054" y="7828"/>
                    </a:lnTo>
                    <a:cubicBezTo>
                      <a:pt x="18054" y="7815"/>
                      <a:pt x="18048" y="7802"/>
                      <a:pt x="18048" y="7789"/>
                    </a:cubicBezTo>
                    <a:cubicBezTo>
                      <a:pt x="18035" y="6061"/>
                      <a:pt x="17631" y="4295"/>
                      <a:pt x="16686" y="2992"/>
                    </a:cubicBezTo>
                    <a:cubicBezTo>
                      <a:pt x="17657" y="2464"/>
                      <a:pt x="17774" y="1786"/>
                      <a:pt x="18152" y="1147"/>
                    </a:cubicBezTo>
                    <a:lnTo>
                      <a:pt x="18152" y="1147"/>
                    </a:lnTo>
                    <a:cubicBezTo>
                      <a:pt x="17943" y="1170"/>
                      <a:pt x="17732" y="1181"/>
                      <a:pt x="17520" y="1181"/>
                    </a:cubicBezTo>
                    <a:cubicBezTo>
                      <a:pt x="15277" y="1181"/>
                      <a:pt x="12899" y="0"/>
                      <a:pt x="10690" y="0"/>
                    </a:cubicBezTo>
                    <a:close/>
                  </a:path>
                </a:pathLst>
              </a:custGeom>
              <a:solidFill>
                <a:srgbClr val="F2F4F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3" name="Google Shape;723;p38"/>
              <p:cNvGrpSpPr/>
              <p:nvPr/>
            </p:nvGrpSpPr>
            <p:grpSpPr>
              <a:xfrm>
                <a:off x="5952515" y="3084268"/>
                <a:ext cx="450086" cy="1165046"/>
                <a:chOff x="5952515" y="3084268"/>
                <a:chExt cx="450086" cy="1165046"/>
              </a:xfrm>
            </p:grpSpPr>
            <p:grpSp>
              <p:nvGrpSpPr>
                <p:cNvPr id="724" name="Google Shape;724;p38"/>
                <p:cNvGrpSpPr/>
                <p:nvPr/>
              </p:nvGrpSpPr>
              <p:grpSpPr>
                <a:xfrm>
                  <a:off x="5952515" y="3225780"/>
                  <a:ext cx="450086" cy="1023534"/>
                  <a:chOff x="5952515" y="3225780"/>
                  <a:chExt cx="450086" cy="1023534"/>
                </a:xfrm>
              </p:grpSpPr>
              <p:sp>
                <p:nvSpPr>
                  <p:cNvPr id="725" name="Google Shape;725;p38"/>
                  <p:cNvSpPr/>
                  <p:nvPr/>
                </p:nvSpPr>
                <p:spPr>
                  <a:xfrm>
                    <a:off x="5952515" y="3489819"/>
                    <a:ext cx="227758" cy="348946"/>
                  </a:xfrm>
                  <a:custGeom>
                    <a:rect b="b" l="l" r="r" t="t"/>
                    <a:pathLst>
                      <a:path extrusionOk="0" h="13821" w="9021">
                        <a:moveTo>
                          <a:pt x="7318" y="0"/>
                        </a:moveTo>
                        <a:cubicBezTo>
                          <a:pt x="5897" y="0"/>
                          <a:pt x="3871" y="328"/>
                          <a:pt x="3260" y="2095"/>
                        </a:cubicBezTo>
                        <a:cubicBezTo>
                          <a:pt x="2360" y="4695"/>
                          <a:pt x="47" y="13481"/>
                          <a:pt x="27" y="13572"/>
                        </a:cubicBezTo>
                        <a:cubicBezTo>
                          <a:pt x="1" y="13677"/>
                          <a:pt x="60" y="13781"/>
                          <a:pt x="164" y="13807"/>
                        </a:cubicBezTo>
                        <a:cubicBezTo>
                          <a:pt x="183" y="13814"/>
                          <a:pt x="203" y="13814"/>
                          <a:pt x="216" y="13820"/>
                        </a:cubicBezTo>
                        <a:cubicBezTo>
                          <a:pt x="307" y="13814"/>
                          <a:pt x="385" y="13755"/>
                          <a:pt x="405" y="13670"/>
                        </a:cubicBezTo>
                        <a:cubicBezTo>
                          <a:pt x="431" y="13579"/>
                          <a:pt x="2738" y="4806"/>
                          <a:pt x="3631" y="2225"/>
                        </a:cubicBezTo>
                        <a:cubicBezTo>
                          <a:pt x="4164" y="685"/>
                          <a:pt x="6044" y="401"/>
                          <a:pt x="7360" y="401"/>
                        </a:cubicBezTo>
                        <a:cubicBezTo>
                          <a:pt x="8121" y="401"/>
                          <a:pt x="8694" y="496"/>
                          <a:pt x="8708" y="498"/>
                        </a:cubicBezTo>
                        <a:cubicBezTo>
                          <a:pt x="8723" y="501"/>
                          <a:pt x="8737" y="502"/>
                          <a:pt x="8750" y="502"/>
                        </a:cubicBezTo>
                        <a:cubicBezTo>
                          <a:pt x="8975" y="502"/>
                          <a:pt x="9020" y="157"/>
                          <a:pt x="8780" y="114"/>
                        </a:cubicBezTo>
                        <a:cubicBezTo>
                          <a:pt x="8712" y="102"/>
                          <a:pt x="8109" y="0"/>
                          <a:pt x="731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6" name="Google Shape;726;p38"/>
                  <p:cNvSpPr/>
                  <p:nvPr/>
                </p:nvSpPr>
                <p:spPr>
                  <a:xfrm>
                    <a:off x="6083170" y="3518576"/>
                    <a:ext cx="99500" cy="38300"/>
                  </a:xfrm>
                  <a:custGeom>
                    <a:rect b="b" l="l" r="r" t="t"/>
                    <a:pathLst>
                      <a:path extrusionOk="0" h="1517" w="3941">
                        <a:moveTo>
                          <a:pt x="2367" y="1"/>
                        </a:moveTo>
                        <a:cubicBezTo>
                          <a:pt x="1653" y="1"/>
                          <a:pt x="786" y="249"/>
                          <a:pt x="92" y="1204"/>
                        </a:cubicBezTo>
                        <a:cubicBezTo>
                          <a:pt x="1" y="1334"/>
                          <a:pt x="92" y="1517"/>
                          <a:pt x="255" y="1517"/>
                        </a:cubicBezTo>
                        <a:cubicBezTo>
                          <a:pt x="314" y="1517"/>
                          <a:pt x="379" y="1484"/>
                          <a:pt x="411" y="1438"/>
                        </a:cubicBezTo>
                        <a:cubicBezTo>
                          <a:pt x="1018" y="606"/>
                          <a:pt x="1764" y="389"/>
                          <a:pt x="2378" y="389"/>
                        </a:cubicBezTo>
                        <a:cubicBezTo>
                          <a:pt x="3025" y="389"/>
                          <a:pt x="3526" y="630"/>
                          <a:pt x="3566" y="650"/>
                        </a:cubicBezTo>
                        <a:cubicBezTo>
                          <a:pt x="3597" y="663"/>
                          <a:pt x="3626" y="669"/>
                          <a:pt x="3654" y="669"/>
                        </a:cubicBezTo>
                        <a:cubicBezTo>
                          <a:pt x="3838" y="669"/>
                          <a:pt x="3940" y="399"/>
                          <a:pt x="3742" y="291"/>
                        </a:cubicBezTo>
                        <a:cubicBezTo>
                          <a:pt x="3728" y="288"/>
                          <a:pt x="3136" y="1"/>
                          <a:pt x="2367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7" name="Google Shape;727;p38"/>
                  <p:cNvSpPr/>
                  <p:nvPr/>
                </p:nvSpPr>
                <p:spPr>
                  <a:xfrm>
                    <a:off x="6083170" y="3557255"/>
                    <a:ext cx="99627" cy="38300"/>
                  </a:xfrm>
                  <a:custGeom>
                    <a:rect b="b" l="l" r="r" t="t"/>
                    <a:pathLst>
                      <a:path extrusionOk="0" h="1517" w="3946">
                        <a:moveTo>
                          <a:pt x="2367" y="1"/>
                        </a:moveTo>
                        <a:cubicBezTo>
                          <a:pt x="1653" y="1"/>
                          <a:pt x="786" y="249"/>
                          <a:pt x="92" y="1203"/>
                        </a:cubicBezTo>
                        <a:cubicBezTo>
                          <a:pt x="1" y="1334"/>
                          <a:pt x="92" y="1516"/>
                          <a:pt x="255" y="1516"/>
                        </a:cubicBezTo>
                        <a:cubicBezTo>
                          <a:pt x="314" y="1516"/>
                          <a:pt x="379" y="1484"/>
                          <a:pt x="411" y="1438"/>
                        </a:cubicBezTo>
                        <a:cubicBezTo>
                          <a:pt x="1018" y="606"/>
                          <a:pt x="1764" y="388"/>
                          <a:pt x="2378" y="388"/>
                        </a:cubicBezTo>
                        <a:cubicBezTo>
                          <a:pt x="3025" y="388"/>
                          <a:pt x="3526" y="629"/>
                          <a:pt x="3566" y="649"/>
                        </a:cubicBezTo>
                        <a:cubicBezTo>
                          <a:pt x="3597" y="664"/>
                          <a:pt x="3627" y="671"/>
                          <a:pt x="3656" y="671"/>
                        </a:cubicBezTo>
                        <a:cubicBezTo>
                          <a:pt x="3840" y="671"/>
                          <a:pt x="3945" y="393"/>
                          <a:pt x="3742" y="291"/>
                        </a:cubicBezTo>
                        <a:cubicBezTo>
                          <a:pt x="3728" y="287"/>
                          <a:pt x="3136" y="1"/>
                          <a:pt x="2367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8" name="Google Shape;728;p38"/>
                  <p:cNvSpPr/>
                  <p:nvPr/>
                </p:nvSpPr>
                <p:spPr>
                  <a:xfrm>
                    <a:off x="6083170" y="3595782"/>
                    <a:ext cx="99475" cy="38275"/>
                  </a:xfrm>
                  <a:custGeom>
                    <a:rect b="b" l="l" r="r" t="t"/>
                    <a:pathLst>
                      <a:path extrusionOk="0" h="1516" w="3940">
                        <a:moveTo>
                          <a:pt x="2367" y="0"/>
                        </a:moveTo>
                        <a:cubicBezTo>
                          <a:pt x="1653" y="0"/>
                          <a:pt x="788" y="249"/>
                          <a:pt x="92" y="1202"/>
                        </a:cubicBezTo>
                        <a:cubicBezTo>
                          <a:pt x="1" y="1333"/>
                          <a:pt x="92" y="1515"/>
                          <a:pt x="255" y="1515"/>
                        </a:cubicBezTo>
                        <a:cubicBezTo>
                          <a:pt x="314" y="1515"/>
                          <a:pt x="379" y="1489"/>
                          <a:pt x="411" y="1437"/>
                        </a:cubicBezTo>
                        <a:cubicBezTo>
                          <a:pt x="1018" y="605"/>
                          <a:pt x="1764" y="387"/>
                          <a:pt x="2378" y="387"/>
                        </a:cubicBezTo>
                        <a:cubicBezTo>
                          <a:pt x="3025" y="387"/>
                          <a:pt x="3526" y="628"/>
                          <a:pt x="3566" y="648"/>
                        </a:cubicBezTo>
                        <a:cubicBezTo>
                          <a:pt x="3598" y="663"/>
                          <a:pt x="3628" y="670"/>
                          <a:pt x="3657" y="670"/>
                        </a:cubicBezTo>
                        <a:cubicBezTo>
                          <a:pt x="3839" y="670"/>
                          <a:pt x="3939" y="398"/>
                          <a:pt x="3742" y="296"/>
                        </a:cubicBezTo>
                        <a:cubicBezTo>
                          <a:pt x="3728" y="290"/>
                          <a:pt x="3136" y="0"/>
                          <a:pt x="2367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9" name="Google Shape;729;p38"/>
                  <p:cNvSpPr/>
                  <p:nvPr/>
                </p:nvSpPr>
                <p:spPr>
                  <a:xfrm>
                    <a:off x="6083170" y="3634462"/>
                    <a:ext cx="99500" cy="38250"/>
                  </a:xfrm>
                  <a:custGeom>
                    <a:rect b="b" l="l" r="r" t="t"/>
                    <a:pathLst>
                      <a:path extrusionOk="0" h="1515" w="3941">
                        <a:moveTo>
                          <a:pt x="2364" y="0"/>
                        </a:moveTo>
                        <a:cubicBezTo>
                          <a:pt x="1650" y="0"/>
                          <a:pt x="785" y="249"/>
                          <a:pt x="92" y="1202"/>
                        </a:cubicBezTo>
                        <a:cubicBezTo>
                          <a:pt x="1" y="1332"/>
                          <a:pt x="92" y="1515"/>
                          <a:pt x="255" y="1515"/>
                        </a:cubicBezTo>
                        <a:cubicBezTo>
                          <a:pt x="314" y="1515"/>
                          <a:pt x="379" y="1482"/>
                          <a:pt x="411" y="1437"/>
                        </a:cubicBezTo>
                        <a:cubicBezTo>
                          <a:pt x="1018" y="605"/>
                          <a:pt x="1764" y="387"/>
                          <a:pt x="2378" y="387"/>
                        </a:cubicBezTo>
                        <a:cubicBezTo>
                          <a:pt x="3025" y="387"/>
                          <a:pt x="3526" y="628"/>
                          <a:pt x="3566" y="648"/>
                        </a:cubicBezTo>
                        <a:cubicBezTo>
                          <a:pt x="3597" y="662"/>
                          <a:pt x="3626" y="668"/>
                          <a:pt x="3654" y="668"/>
                        </a:cubicBezTo>
                        <a:cubicBezTo>
                          <a:pt x="3838" y="668"/>
                          <a:pt x="3940" y="398"/>
                          <a:pt x="3742" y="296"/>
                        </a:cubicBezTo>
                        <a:cubicBezTo>
                          <a:pt x="3728" y="289"/>
                          <a:pt x="3134" y="0"/>
                          <a:pt x="2364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0" name="Google Shape;730;p38"/>
                  <p:cNvSpPr/>
                  <p:nvPr/>
                </p:nvSpPr>
                <p:spPr>
                  <a:xfrm>
                    <a:off x="6083170" y="3673090"/>
                    <a:ext cx="99450" cy="38300"/>
                  </a:xfrm>
                  <a:custGeom>
                    <a:rect b="b" l="l" r="r" t="t"/>
                    <a:pathLst>
                      <a:path extrusionOk="0" h="1517" w="3939">
                        <a:moveTo>
                          <a:pt x="2367" y="1"/>
                        </a:moveTo>
                        <a:cubicBezTo>
                          <a:pt x="1653" y="1"/>
                          <a:pt x="786" y="249"/>
                          <a:pt x="92" y="1204"/>
                        </a:cubicBezTo>
                        <a:cubicBezTo>
                          <a:pt x="1" y="1334"/>
                          <a:pt x="92" y="1516"/>
                          <a:pt x="255" y="1516"/>
                        </a:cubicBezTo>
                        <a:cubicBezTo>
                          <a:pt x="314" y="1516"/>
                          <a:pt x="379" y="1484"/>
                          <a:pt x="411" y="1432"/>
                        </a:cubicBezTo>
                        <a:cubicBezTo>
                          <a:pt x="1018" y="600"/>
                          <a:pt x="1764" y="382"/>
                          <a:pt x="2378" y="382"/>
                        </a:cubicBezTo>
                        <a:cubicBezTo>
                          <a:pt x="3025" y="382"/>
                          <a:pt x="3526" y="623"/>
                          <a:pt x="3566" y="643"/>
                        </a:cubicBezTo>
                        <a:cubicBezTo>
                          <a:pt x="3598" y="658"/>
                          <a:pt x="3629" y="665"/>
                          <a:pt x="3658" y="665"/>
                        </a:cubicBezTo>
                        <a:cubicBezTo>
                          <a:pt x="3840" y="665"/>
                          <a:pt x="3939" y="398"/>
                          <a:pt x="3742" y="291"/>
                        </a:cubicBezTo>
                        <a:cubicBezTo>
                          <a:pt x="3728" y="288"/>
                          <a:pt x="3136" y="1"/>
                          <a:pt x="2367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1" name="Google Shape;731;p38"/>
                  <p:cNvSpPr/>
                  <p:nvPr/>
                </p:nvSpPr>
                <p:spPr>
                  <a:xfrm>
                    <a:off x="6083170" y="3711719"/>
                    <a:ext cx="99475" cy="38351"/>
                  </a:xfrm>
                  <a:custGeom>
                    <a:rect b="b" l="l" r="r" t="t"/>
                    <a:pathLst>
                      <a:path extrusionOk="0" h="1519" w="3940">
                        <a:moveTo>
                          <a:pt x="2373" y="0"/>
                        </a:moveTo>
                        <a:cubicBezTo>
                          <a:pt x="1659" y="0"/>
                          <a:pt x="790" y="249"/>
                          <a:pt x="92" y="1205"/>
                        </a:cubicBezTo>
                        <a:cubicBezTo>
                          <a:pt x="1" y="1329"/>
                          <a:pt x="92" y="1518"/>
                          <a:pt x="255" y="1518"/>
                        </a:cubicBezTo>
                        <a:cubicBezTo>
                          <a:pt x="314" y="1518"/>
                          <a:pt x="379" y="1485"/>
                          <a:pt x="411" y="1433"/>
                        </a:cubicBezTo>
                        <a:cubicBezTo>
                          <a:pt x="1018" y="601"/>
                          <a:pt x="1764" y="384"/>
                          <a:pt x="2378" y="384"/>
                        </a:cubicBezTo>
                        <a:cubicBezTo>
                          <a:pt x="3025" y="384"/>
                          <a:pt x="3526" y="625"/>
                          <a:pt x="3566" y="645"/>
                        </a:cubicBezTo>
                        <a:cubicBezTo>
                          <a:pt x="3598" y="660"/>
                          <a:pt x="3628" y="666"/>
                          <a:pt x="3657" y="666"/>
                        </a:cubicBezTo>
                        <a:cubicBezTo>
                          <a:pt x="3839" y="666"/>
                          <a:pt x="3939" y="394"/>
                          <a:pt x="3742" y="293"/>
                        </a:cubicBezTo>
                        <a:cubicBezTo>
                          <a:pt x="3728" y="286"/>
                          <a:pt x="3139" y="0"/>
                          <a:pt x="2373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2" name="Google Shape;732;p38"/>
                  <p:cNvSpPr/>
                  <p:nvPr/>
                </p:nvSpPr>
                <p:spPr>
                  <a:xfrm>
                    <a:off x="6083170" y="3750272"/>
                    <a:ext cx="99500" cy="38300"/>
                  </a:xfrm>
                  <a:custGeom>
                    <a:rect b="b" l="l" r="r" t="t"/>
                    <a:pathLst>
                      <a:path extrusionOk="0" h="1517" w="3941">
                        <a:moveTo>
                          <a:pt x="2367" y="1"/>
                        </a:moveTo>
                        <a:cubicBezTo>
                          <a:pt x="1653" y="1"/>
                          <a:pt x="786" y="249"/>
                          <a:pt x="92" y="1203"/>
                        </a:cubicBezTo>
                        <a:cubicBezTo>
                          <a:pt x="1" y="1334"/>
                          <a:pt x="92" y="1516"/>
                          <a:pt x="255" y="1516"/>
                        </a:cubicBezTo>
                        <a:cubicBezTo>
                          <a:pt x="314" y="1516"/>
                          <a:pt x="379" y="1490"/>
                          <a:pt x="411" y="1438"/>
                        </a:cubicBezTo>
                        <a:cubicBezTo>
                          <a:pt x="1018" y="606"/>
                          <a:pt x="1764" y="388"/>
                          <a:pt x="2378" y="388"/>
                        </a:cubicBezTo>
                        <a:cubicBezTo>
                          <a:pt x="3025" y="388"/>
                          <a:pt x="3526" y="629"/>
                          <a:pt x="3566" y="649"/>
                        </a:cubicBezTo>
                        <a:cubicBezTo>
                          <a:pt x="3597" y="663"/>
                          <a:pt x="3626" y="669"/>
                          <a:pt x="3654" y="669"/>
                        </a:cubicBezTo>
                        <a:cubicBezTo>
                          <a:pt x="3838" y="669"/>
                          <a:pt x="3940" y="399"/>
                          <a:pt x="3742" y="291"/>
                        </a:cubicBezTo>
                        <a:cubicBezTo>
                          <a:pt x="3728" y="288"/>
                          <a:pt x="3136" y="1"/>
                          <a:pt x="2367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3" name="Google Shape;733;p38"/>
                  <p:cNvSpPr/>
                  <p:nvPr/>
                </p:nvSpPr>
                <p:spPr>
                  <a:xfrm>
                    <a:off x="6101778" y="3786679"/>
                    <a:ext cx="78242" cy="462458"/>
                  </a:xfrm>
                  <a:custGeom>
                    <a:rect b="b" l="l" r="r" t="t"/>
                    <a:pathLst>
                      <a:path extrusionOk="0" h="18317" w="3099">
                        <a:moveTo>
                          <a:pt x="2521" y="0"/>
                        </a:moveTo>
                        <a:cubicBezTo>
                          <a:pt x="2148" y="0"/>
                          <a:pt x="1538" y="70"/>
                          <a:pt x="1043" y="459"/>
                        </a:cubicBezTo>
                        <a:cubicBezTo>
                          <a:pt x="593" y="817"/>
                          <a:pt x="339" y="1358"/>
                          <a:pt x="287" y="2069"/>
                        </a:cubicBezTo>
                        <a:cubicBezTo>
                          <a:pt x="118" y="4265"/>
                          <a:pt x="0" y="17978"/>
                          <a:pt x="0" y="18121"/>
                        </a:cubicBezTo>
                        <a:cubicBezTo>
                          <a:pt x="0" y="18225"/>
                          <a:pt x="85" y="18317"/>
                          <a:pt x="196" y="18317"/>
                        </a:cubicBezTo>
                        <a:cubicBezTo>
                          <a:pt x="307" y="18317"/>
                          <a:pt x="398" y="18232"/>
                          <a:pt x="398" y="18121"/>
                        </a:cubicBezTo>
                        <a:cubicBezTo>
                          <a:pt x="398" y="17978"/>
                          <a:pt x="509" y="4278"/>
                          <a:pt x="678" y="2101"/>
                        </a:cubicBezTo>
                        <a:cubicBezTo>
                          <a:pt x="724" y="1502"/>
                          <a:pt x="926" y="1058"/>
                          <a:pt x="1291" y="772"/>
                        </a:cubicBezTo>
                        <a:cubicBezTo>
                          <a:pt x="1697" y="447"/>
                          <a:pt x="2225" y="393"/>
                          <a:pt x="2537" y="393"/>
                        </a:cubicBezTo>
                        <a:cubicBezTo>
                          <a:pt x="2695" y="393"/>
                          <a:pt x="2798" y="407"/>
                          <a:pt x="2803" y="407"/>
                        </a:cubicBezTo>
                        <a:cubicBezTo>
                          <a:pt x="2814" y="408"/>
                          <a:pt x="2824" y="409"/>
                          <a:pt x="2834" y="409"/>
                        </a:cubicBezTo>
                        <a:cubicBezTo>
                          <a:pt x="3061" y="409"/>
                          <a:pt x="3099" y="66"/>
                          <a:pt x="2862" y="22"/>
                        </a:cubicBezTo>
                        <a:cubicBezTo>
                          <a:pt x="2848" y="20"/>
                          <a:pt x="2718" y="0"/>
                          <a:pt x="2521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4" name="Google Shape;734;p38"/>
                  <p:cNvSpPr/>
                  <p:nvPr/>
                </p:nvSpPr>
                <p:spPr>
                  <a:xfrm>
                    <a:off x="6105312" y="3937305"/>
                    <a:ext cx="36634" cy="80161"/>
                  </a:xfrm>
                  <a:custGeom>
                    <a:rect b="b" l="l" r="r" t="t"/>
                    <a:pathLst>
                      <a:path extrusionOk="0" h="3175" w="1451">
                        <a:moveTo>
                          <a:pt x="284" y="0"/>
                        </a:moveTo>
                        <a:cubicBezTo>
                          <a:pt x="128" y="0"/>
                          <a:pt x="1" y="204"/>
                          <a:pt x="147" y="345"/>
                        </a:cubicBezTo>
                        <a:cubicBezTo>
                          <a:pt x="154" y="352"/>
                          <a:pt x="942" y="1121"/>
                          <a:pt x="1047" y="2985"/>
                        </a:cubicBezTo>
                        <a:cubicBezTo>
                          <a:pt x="1053" y="3089"/>
                          <a:pt x="1144" y="3174"/>
                          <a:pt x="1249" y="3174"/>
                        </a:cubicBezTo>
                        <a:lnTo>
                          <a:pt x="1255" y="3174"/>
                        </a:lnTo>
                        <a:cubicBezTo>
                          <a:pt x="1366" y="3168"/>
                          <a:pt x="1451" y="3076"/>
                          <a:pt x="1444" y="2965"/>
                        </a:cubicBezTo>
                        <a:cubicBezTo>
                          <a:pt x="1327" y="926"/>
                          <a:pt x="453" y="91"/>
                          <a:pt x="421" y="59"/>
                        </a:cubicBezTo>
                        <a:cubicBezTo>
                          <a:pt x="377" y="18"/>
                          <a:pt x="329" y="0"/>
                          <a:pt x="284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5" name="Google Shape;735;p38"/>
                  <p:cNvSpPr/>
                  <p:nvPr/>
                </p:nvSpPr>
                <p:spPr>
                  <a:xfrm>
                    <a:off x="6108292" y="3860073"/>
                    <a:ext cx="50596" cy="64735"/>
                  </a:xfrm>
                  <a:custGeom>
                    <a:rect b="b" l="l" r="r" t="t"/>
                    <a:pathLst>
                      <a:path extrusionOk="0" h="2564" w="2004">
                        <a:moveTo>
                          <a:pt x="272" y="0"/>
                        </a:moveTo>
                        <a:cubicBezTo>
                          <a:pt x="32" y="0"/>
                          <a:pt x="0" y="362"/>
                          <a:pt x="251" y="393"/>
                        </a:cubicBezTo>
                        <a:cubicBezTo>
                          <a:pt x="309" y="406"/>
                          <a:pt x="1606" y="589"/>
                          <a:pt x="1554" y="2362"/>
                        </a:cubicBezTo>
                        <a:cubicBezTo>
                          <a:pt x="1554" y="2472"/>
                          <a:pt x="1639" y="2564"/>
                          <a:pt x="1743" y="2564"/>
                        </a:cubicBezTo>
                        <a:lnTo>
                          <a:pt x="1750" y="2564"/>
                        </a:lnTo>
                        <a:cubicBezTo>
                          <a:pt x="1854" y="2564"/>
                          <a:pt x="1945" y="2479"/>
                          <a:pt x="1945" y="2375"/>
                        </a:cubicBezTo>
                        <a:cubicBezTo>
                          <a:pt x="2004" y="250"/>
                          <a:pt x="316" y="2"/>
                          <a:pt x="303" y="2"/>
                        </a:cubicBezTo>
                        <a:cubicBezTo>
                          <a:pt x="292" y="1"/>
                          <a:pt x="282" y="0"/>
                          <a:pt x="272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6" name="Google Shape;736;p38"/>
                  <p:cNvSpPr/>
                  <p:nvPr/>
                </p:nvSpPr>
                <p:spPr>
                  <a:xfrm>
                    <a:off x="6102914" y="4067557"/>
                    <a:ext cx="36079" cy="81549"/>
                  </a:xfrm>
                  <a:custGeom>
                    <a:rect b="b" l="l" r="r" t="t"/>
                    <a:pathLst>
                      <a:path extrusionOk="0" h="3230" w="1429">
                        <a:moveTo>
                          <a:pt x="225" y="1"/>
                        </a:moveTo>
                        <a:cubicBezTo>
                          <a:pt x="167" y="1"/>
                          <a:pt x="110" y="26"/>
                          <a:pt x="73" y="75"/>
                        </a:cubicBezTo>
                        <a:cubicBezTo>
                          <a:pt x="1" y="159"/>
                          <a:pt x="14" y="283"/>
                          <a:pt x="99" y="348"/>
                        </a:cubicBezTo>
                        <a:cubicBezTo>
                          <a:pt x="112" y="361"/>
                          <a:pt x="1024" y="1124"/>
                          <a:pt x="972" y="3021"/>
                        </a:cubicBezTo>
                        <a:cubicBezTo>
                          <a:pt x="972" y="3131"/>
                          <a:pt x="1057" y="3223"/>
                          <a:pt x="1168" y="3229"/>
                        </a:cubicBezTo>
                        <a:lnTo>
                          <a:pt x="1174" y="3229"/>
                        </a:lnTo>
                        <a:cubicBezTo>
                          <a:pt x="1278" y="3229"/>
                          <a:pt x="1363" y="3144"/>
                          <a:pt x="1370" y="3034"/>
                        </a:cubicBezTo>
                        <a:cubicBezTo>
                          <a:pt x="1428" y="922"/>
                          <a:pt x="392" y="75"/>
                          <a:pt x="346" y="42"/>
                        </a:cubicBezTo>
                        <a:cubicBezTo>
                          <a:pt x="310" y="14"/>
                          <a:pt x="267" y="1"/>
                          <a:pt x="225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7" name="Google Shape;737;p38"/>
                  <p:cNvSpPr/>
                  <p:nvPr/>
                </p:nvSpPr>
                <p:spPr>
                  <a:xfrm>
                    <a:off x="6081706" y="3893097"/>
                    <a:ext cx="34236" cy="64305"/>
                  </a:xfrm>
                  <a:custGeom>
                    <a:rect b="b" l="l" r="r" t="t"/>
                    <a:pathLst>
                      <a:path extrusionOk="0" h="2547" w="1356">
                        <a:moveTo>
                          <a:pt x="1072" y="0"/>
                        </a:moveTo>
                        <a:cubicBezTo>
                          <a:pt x="1042" y="0"/>
                          <a:pt x="1011" y="8"/>
                          <a:pt x="978" y="24"/>
                        </a:cubicBezTo>
                        <a:cubicBezTo>
                          <a:pt x="939" y="37"/>
                          <a:pt x="59" y="487"/>
                          <a:pt x="0" y="2344"/>
                        </a:cubicBezTo>
                        <a:cubicBezTo>
                          <a:pt x="0" y="2448"/>
                          <a:pt x="85" y="2540"/>
                          <a:pt x="189" y="2546"/>
                        </a:cubicBezTo>
                        <a:lnTo>
                          <a:pt x="196" y="2546"/>
                        </a:lnTo>
                        <a:cubicBezTo>
                          <a:pt x="307" y="2546"/>
                          <a:pt x="391" y="2461"/>
                          <a:pt x="398" y="2357"/>
                        </a:cubicBezTo>
                        <a:cubicBezTo>
                          <a:pt x="450" y="773"/>
                          <a:pt x="1134" y="382"/>
                          <a:pt x="1154" y="376"/>
                        </a:cubicBezTo>
                        <a:cubicBezTo>
                          <a:pt x="1356" y="275"/>
                          <a:pt x="1254" y="0"/>
                          <a:pt x="1072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8" name="Google Shape;738;p38"/>
                  <p:cNvSpPr/>
                  <p:nvPr/>
                </p:nvSpPr>
                <p:spPr>
                  <a:xfrm>
                    <a:off x="5971374" y="3754842"/>
                    <a:ext cx="29060" cy="66628"/>
                  </a:xfrm>
                  <a:custGeom>
                    <a:rect b="b" l="l" r="r" t="t"/>
                    <a:pathLst>
                      <a:path extrusionOk="0" h="2639" w="1151">
                        <a:moveTo>
                          <a:pt x="259" y="0"/>
                        </a:moveTo>
                        <a:cubicBezTo>
                          <a:pt x="126" y="0"/>
                          <a:pt x="0" y="138"/>
                          <a:pt x="82" y="292"/>
                        </a:cubicBezTo>
                        <a:cubicBezTo>
                          <a:pt x="88" y="305"/>
                          <a:pt x="727" y="1355"/>
                          <a:pt x="414" y="2385"/>
                        </a:cubicBezTo>
                        <a:cubicBezTo>
                          <a:pt x="381" y="2489"/>
                          <a:pt x="440" y="2600"/>
                          <a:pt x="544" y="2632"/>
                        </a:cubicBezTo>
                        <a:cubicBezTo>
                          <a:pt x="564" y="2639"/>
                          <a:pt x="583" y="2639"/>
                          <a:pt x="603" y="2639"/>
                        </a:cubicBezTo>
                        <a:cubicBezTo>
                          <a:pt x="688" y="2639"/>
                          <a:pt x="766" y="2587"/>
                          <a:pt x="792" y="2502"/>
                        </a:cubicBezTo>
                        <a:cubicBezTo>
                          <a:pt x="1150" y="1296"/>
                          <a:pt x="447" y="136"/>
                          <a:pt x="421" y="90"/>
                        </a:cubicBezTo>
                        <a:cubicBezTo>
                          <a:pt x="377" y="27"/>
                          <a:pt x="317" y="0"/>
                          <a:pt x="259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9" name="Google Shape;739;p38"/>
                  <p:cNvSpPr/>
                  <p:nvPr/>
                </p:nvSpPr>
                <p:spPr>
                  <a:xfrm>
                    <a:off x="5969632" y="3672914"/>
                    <a:ext cx="37442" cy="39310"/>
                  </a:xfrm>
                  <a:custGeom>
                    <a:rect b="b" l="l" r="r" t="t"/>
                    <a:pathLst>
                      <a:path extrusionOk="0" h="1557" w="1483">
                        <a:moveTo>
                          <a:pt x="1165" y="0"/>
                        </a:moveTo>
                        <a:cubicBezTo>
                          <a:pt x="952" y="0"/>
                          <a:pt x="297" y="106"/>
                          <a:pt x="27" y="1321"/>
                        </a:cubicBezTo>
                        <a:cubicBezTo>
                          <a:pt x="1" y="1426"/>
                          <a:pt x="66" y="1530"/>
                          <a:pt x="177" y="1556"/>
                        </a:cubicBezTo>
                        <a:lnTo>
                          <a:pt x="216" y="1556"/>
                        </a:lnTo>
                        <a:cubicBezTo>
                          <a:pt x="314" y="1556"/>
                          <a:pt x="392" y="1497"/>
                          <a:pt x="411" y="1406"/>
                        </a:cubicBezTo>
                        <a:cubicBezTo>
                          <a:pt x="630" y="430"/>
                          <a:pt x="1085" y="396"/>
                          <a:pt x="1168" y="396"/>
                        </a:cubicBezTo>
                        <a:cubicBezTo>
                          <a:pt x="1174" y="396"/>
                          <a:pt x="1179" y="396"/>
                          <a:pt x="1180" y="396"/>
                        </a:cubicBezTo>
                        <a:cubicBezTo>
                          <a:pt x="1191" y="397"/>
                          <a:pt x="1201" y="398"/>
                          <a:pt x="1211" y="398"/>
                        </a:cubicBezTo>
                        <a:cubicBezTo>
                          <a:pt x="1445" y="398"/>
                          <a:pt x="1483" y="36"/>
                          <a:pt x="1233" y="5"/>
                        </a:cubicBezTo>
                        <a:cubicBezTo>
                          <a:pt x="1228" y="4"/>
                          <a:pt x="1204" y="0"/>
                          <a:pt x="1165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0" name="Google Shape;740;p38"/>
                  <p:cNvSpPr/>
                  <p:nvPr/>
                </p:nvSpPr>
                <p:spPr>
                  <a:xfrm>
                    <a:off x="6015356" y="3608936"/>
                    <a:ext cx="28025" cy="46683"/>
                  </a:xfrm>
                  <a:custGeom>
                    <a:rect b="b" l="l" r="r" t="t"/>
                    <a:pathLst>
                      <a:path extrusionOk="0" h="1849" w="1110">
                        <a:moveTo>
                          <a:pt x="272" y="1"/>
                        </a:moveTo>
                        <a:cubicBezTo>
                          <a:pt x="42" y="1"/>
                          <a:pt x="1" y="357"/>
                          <a:pt x="249" y="395"/>
                        </a:cubicBezTo>
                        <a:cubicBezTo>
                          <a:pt x="393" y="427"/>
                          <a:pt x="516" y="518"/>
                          <a:pt x="588" y="642"/>
                        </a:cubicBezTo>
                        <a:cubicBezTo>
                          <a:pt x="705" y="844"/>
                          <a:pt x="673" y="1170"/>
                          <a:pt x="510" y="1574"/>
                        </a:cubicBezTo>
                        <a:cubicBezTo>
                          <a:pt x="471" y="1679"/>
                          <a:pt x="523" y="1789"/>
                          <a:pt x="621" y="1835"/>
                        </a:cubicBezTo>
                        <a:cubicBezTo>
                          <a:pt x="647" y="1842"/>
                          <a:pt x="673" y="1848"/>
                          <a:pt x="699" y="1848"/>
                        </a:cubicBezTo>
                        <a:cubicBezTo>
                          <a:pt x="777" y="1848"/>
                          <a:pt x="849" y="1796"/>
                          <a:pt x="875" y="1718"/>
                        </a:cubicBezTo>
                        <a:cubicBezTo>
                          <a:pt x="1090" y="1190"/>
                          <a:pt x="1110" y="760"/>
                          <a:pt x="927" y="440"/>
                        </a:cubicBezTo>
                        <a:cubicBezTo>
                          <a:pt x="797" y="212"/>
                          <a:pt x="569" y="56"/>
                          <a:pt x="308" y="4"/>
                        </a:cubicBezTo>
                        <a:cubicBezTo>
                          <a:pt x="296" y="2"/>
                          <a:pt x="284" y="1"/>
                          <a:pt x="272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1" name="Google Shape;741;p38"/>
                  <p:cNvSpPr/>
                  <p:nvPr/>
                </p:nvSpPr>
                <p:spPr>
                  <a:xfrm>
                    <a:off x="6001066" y="3539077"/>
                    <a:ext cx="45370" cy="39361"/>
                  </a:xfrm>
                  <a:custGeom>
                    <a:rect b="b" l="l" r="r" t="t"/>
                    <a:pathLst>
                      <a:path extrusionOk="0" h="1559" w="1797">
                        <a:moveTo>
                          <a:pt x="1387" y="1"/>
                        </a:moveTo>
                        <a:cubicBezTo>
                          <a:pt x="1067" y="1"/>
                          <a:pt x="411" y="153"/>
                          <a:pt x="33" y="1298"/>
                        </a:cubicBezTo>
                        <a:cubicBezTo>
                          <a:pt x="1" y="1395"/>
                          <a:pt x="53" y="1513"/>
                          <a:pt x="157" y="1545"/>
                        </a:cubicBezTo>
                        <a:cubicBezTo>
                          <a:pt x="177" y="1552"/>
                          <a:pt x="196" y="1552"/>
                          <a:pt x="222" y="1558"/>
                        </a:cubicBezTo>
                        <a:cubicBezTo>
                          <a:pt x="307" y="1552"/>
                          <a:pt x="379" y="1500"/>
                          <a:pt x="405" y="1421"/>
                        </a:cubicBezTo>
                        <a:cubicBezTo>
                          <a:pt x="715" y="490"/>
                          <a:pt x="1204" y="391"/>
                          <a:pt x="1398" y="391"/>
                        </a:cubicBezTo>
                        <a:cubicBezTo>
                          <a:pt x="1444" y="391"/>
                          <a:pt x="1474" y="397"/>
                          <a:pt x="1480" y="398"/>
                        </a:cubicBezTo>
                        <a:cubicBezTo>
                          <a:pt x="1496" y="402"/>
                          <a:pt x="1512" y="403"/>
                          <a:pt x="1527" y="403"/>
                        </a:cubicBezTo>
                        <a:cubicBezTo>
                          <a:pt x="1738" y="403"/>
                          <a:pt x="1796" y="81"/>
                          <a:pt x="1571" y="20"/>
                        </a:cubicBezTo>
                        <a:cubicBezTo>
                          <a:pt x="1560" y="17"/>
                          <a:pt x="1492" y="1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2" name="Google Shape;742;p38"/>
                  <p:cNvSpPr/>
                  <p:nvPr/>
                </p:nvSpPr>
                <p:spPr>
                  <a:xfrm>
                    <a:off x="6074788" y="4163397"/>
                    <a:ext cx="34261" cy="58599"/>
                  </a:xfrm>
                  <a:custGeom>
                    <a:rect b="b" l="l" r="r" t="t"/>
                    <a:pathLst>
                      <a:path extrusionOk="0" h="2321" w="1357">
                        <a:moveTo>
                          <a:pt x="1167" y="0"/>
                        </a:moveTo>
                        <a:cubicBezTo>
                          <a:pt x="919" y="7"/>
                          <a:pt x="678" y="104"/>
                          <a:pt x="509" y="287"/>
                        </a:cubicBezTo>
                        <a:cubicBezTo>
                          <a:pt x="157" y="639"/>
                          <a:pt x="0" y="1265"/>
                          <a:pt x="53" y="2131"/>
                        </a:cubicBezTo>
                        <a:cubicBezTo>
                          <a:pt x="59" y="2236"/>
                          <a:pt x="144" y="2320"/>
                          <a:pt x="248" y="2320"/>
                        </a:cubicBezTo>
                        <a:lnTo>
                          <a:pt x="261" y="2320"/>
                        </a:lnTo>
                        <a:cubicBezTo>
                          <a:pt x="365" y="2314"/>
                          <a:pt x="450" y="2223"/>
                          <a:pt x="444" y="2118"/>
                        </a:cubicBezTo>
                        <a:cubicBezTo>
                          <a:pt x="391" y="1186"/>
                          <a:pt x="594" y="769"/>
                          <a:pt x="776" y="580"/>
                        </a:cubicBezTo>
                        <a:cubicBezTo>
                          <a:pt x="874" y="476"/>
                          <a:pt x="1004" y="411"/>
                          <a:pt x="1148" y="404"/>
                        </a:cubicBezTo>
                        <a:cubicBezTo>
                          <a:pt x="1252" y="404"/>
                          <a:pt x="1343" y="319"/>
                          <a:pt x="1350" y="209"/>
                        </a:cubicBezTo>
                        <a:cubicBezTo>
                          <a:pt x="1356" y="104"/>
                          <a:pt x="1278" y="7"/>
                          <a:pt x="1167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3" name="Google Shape;743;p38"/>
                  <p:cNvSpPr/>
                  <p:nvPr/>
                </p:nvSpPr>
                <p:spPr>
                  <a:xfrm>
                    <a:off x="6081529" y="4015547"/>
                    <a:ext cx="34463" cy="59180"/>
                  </a:xfrm>
                  <a:custGeom>
                    <a:rect b="b" l="l" r="r" t="t"/>
                    <a:pathLst>
                      <a:path extrusionOk="0" h="2344" w="1365">
                        <a:moveTo>
                          <a:pt x="1077" y="1"/>
                        </a:moveTo>
                        <a:cubicBezTo>
                          <a:pt x="1048" y="1"/>
                          <a:pt x="1017" y="8"/>
                          <a:pt x="985" y="23"/>
                        </a:cubicBezTo>
                        <a:cubicBezTo>
                          <a:pt x="946" y="42"/>
                          <a:pt x="66" y="505"/>
                          <a:pt x="7" y="2135"/>
                        </a:cubicBezTo>
                        <a:cubicBezTo>
                          <a:pt x="1" y="2245"/>
                          <a:pt x="92" y="2337"/>
                          <a:pt x="196" y="2343"/>
                        </a:cubicBezTo>
                        <a:lnTo>
                          <a:pt x="203" y="2343"/>
                        </a:lnTo>
                        <a:cubicBezTo>
                          <a:pt x="314" y="2343"/>
                          <a:pt x="405" y="2258"/>
                          <a:pt x="405" y="2148"/>
                        </a:cubicBezTo>
                        <a:cubicBezTo>
                          <a:pt x="457" y="779"/>
                          <a:pt x="1135" y="394"/>
                          <a:pt x="1167" y="375"/>
                        </a:cubicBezTo>
                        <a:cubicBezTo>
                          <a:pt x="1364" y="268"/>
                          <a:pt x="1260" y="1"/>
                          <a:pt x="1077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4" name="Google Shape;744;p38"/>
                  <p:cNvSpPr/>
                  <p:nvPr/>
                </p:nvSpPr>
                <p:spPr>
                  <a:xfrm>
                    <a:off x="6083473" y="3225780"/>
                    <a:ext cx="183726" cy="588443"/>
                  </a:xfrm>
                  <a:custGeom>
                    <a:rect b="b" l="l" r="r" t="t"/>
                    <a:pathLst>
                      <a:path extrusionOk="0" h="23307" w="7277">
                        <a:moveTo>
                          <a:pt x="5001" y="0"/>
                        </a:moveTo>
                        <a:lnTo>
                          <a:pt x="1970" y="333"/>
                        </a:lnTo>
                        <a:cubicBezTo>
                          <a:pt x="2185" y="346"/>
                          <a:pt x="2902" y="1102"/>
                          <a:pt x="3319" y="2738"/>
                        </a:cubicBezTo>
                        <a:cubicBezTo>
                          <a:pt x="2589" y="2874"/>
                          <a:pt x="712" y="3363"/>
                          <a:pt x="61" y="4791"/>
                        </a:cubicBezTo>
                        <a:cubicBezTo>
                          <a:pt x="0" y="4941"/>
                          <a:pt x="127" y="5058"/>
                          <a:pt x="253" y="5058"/>
                        </a:cubicBezTo>
                        <a:cubicBezTo>
                          <a:pt x="317" y="5058"/>
                          <a:pt x="381" y="5027"/>
                          <a:pt x="419" y="4954"/>
                        </a:cubicBezTo>
                        <a:cubicBezTo>
                          <a:pt x="999" y="3696"/>
                          <a:pt x="2752" y="3246"/>
                          <a:pt x="3411" y="3122"/>
                        </a:cubicBezTo>
                        <a:cubicBezTo>
                          <a:pt x="3424" y="3174"/>
                          <a:pt x="3430" y="3233"/>
                          <a:pt x="3443" y="3285"/>
                        </a:cubicBezTo>
                        <a:lnTo>
                          <a:pt x="3443" y="4569"/>
                        </a:lnTo>
                        <a:cubicBezTo>
                          <a:pt x="3437" y="4569"/>
                          <a:pt x="3430" y="4563"/>
                          <a:pt x="3424" y="4563"/>
                        </a:cubicBezTo>
                        <a:cubicBezTo>
                          <a:pt x="3414" y="4560"/>
                          <a:pt x="3349" y="4547"/>
                          <a:pt x="3242" y="4547"/>
                        </a:cubicBezTo>
                        <a:cubicBezTo>
                          <a:pt x="2861" y="4547"/>
                          <a:pt x="1945" y="4710"/>
                          <a:pt x="1025" y="6062"/>
                        </a:cubicBezTo>
                        <a:cubicBezTo>
                          <a:pt x="923" y="6215"/>
                          <a:pt x="1059" y="6371"/>
                          <a:pt x="1197" y="6371"/>
                        </a:cubicBezTo>
                        <a:cubicBezTo>
                          <a:pt x="1253" y="6371"/>
                          <a:pt x="1310" y="6345"/>
                          <a:pt x="1351" y="6283"/>
                        </a:cubicBezTo>
                        <a:cubicBezTo>
                          <a:pt x="2184" y="5060"/>
                          <a:pt x="2960" y="4940"/>
                          <a:pt x="3238" y="4940"/>
                        </a:cubicBezTo>
                        <a:cubicBezTo>
                          <a:pt x="3300" y="4940"/>
                          <a:pt x="3337" y="4946"/>
                          <a:pt x="3345" y="4947"/>
                        </a:cubicBezTo>
                        <a:cubicBezTo>
                          <a:pt x="3359" y="4950"/>
                          <a:pt x="3372" y="4951"/>
                          <a:pt x="3386" y="4951"/>
                        </a:cubicBezTo>
                        <a:cubicBezTo>
                          <a:pt x="3405" y="4951"/>
                          <a:pt x="3424" y="4948"/>
                          <a:pt x="3443" y="4941"/>
                        </a:cubicBezTo>
                        <a:lnTo>
                          <a:pt x="3443" y="23111"/>
                        </a:lnTo>
                        <a:cubicBezTo>
                          <a:pt x="3443" y="23242"/>
                          <a:pt x="3543" y="23307"/>
                          <a:pt x="3641" y="23307"/>
                        </a:cubicBezTo>
                        <a:cubicBezTo>
                          <a:pt x="3740" y="23307"/>
                          <a:pt x="3837" y="23242"/>
                          <a:pt x="3834" y="23111"/>
                        </a:cubicBezTo>
                        <a:lnTo>
                          <a:pt x="3834" y="4941"/>
                        </a:lnTo>
                        <a:cubicBezTo>
                          <a:pt x="3848" y="4940"/>
                          <a:pt x="3862" y="4939"/>
                          <a:pt x="3879" y="4939"/>
                        </a:cubicBezTo>
                        <a:cubicBezTo>
                          <a:pt x="4169" y="4939"/>
                          <a:pt x="4937" y="5074"/>
                          <a:pt x="5757" y="6283"/>
                        </a:cubicBezTo>
                        <a:cubicBezTo>
                          <a:pt x="5800" y="6345"/>
                          <a:pt x="5858" y="6371"/>
                          <a:pt x="5915" y="6371"/>
                        </a:cubicBezTo>
                        <a:cubicBezTo>
                          <a:pt x="6055" y="6371"/>
                          <a:pt x="6189" y="6215"/>
                          <a:pt x="6083" y="6062"/>
                        </a:cubicBezTo>
                        <a:cubicBezTo>
                          <a:pt x="5175" y="4722"/>
                          <a:pt x="4273" y="4549"/>
                          <a:pt x="3880" y="4549"/>
                        </a:cubicBezTo>
                        <a:cubicBezTo>
                          <a:pt x="3864" y="4549"/>
                          <a:pt x="3849" y="4549"/>
                          <a:pt x="3834" y="4549"/>
                        </a:cubicBezTo>
                        <a:lnTo>
                          <a:pt x="3834" y="3122"/>
                        </a:lnTo>
                        <a:cubicBezTo>
                          <a:pt x="4466" y="3239"/>
                          <a:pt x="6272" y="3676"/>
                          <a:pt x="6858" y="4954"/>
                        </a:cubicBezTo>
                        <a:cubicBezTo>
                          <a:pt x="6899" y="5030"/>
                          <a:pt x="6964" y="5062"/>
                          <a:pt x="7030" y="5062"/>
                        </a:cubicBezTo>
                        <a:cubicBezTo>
                          <a:pt x="7154" y="5062"/>
                          <a:pt x="7277" y="4945"/>
                          <a:pt x="7217" y="4791"/>
                        </a:cubicBezTo>
                        <a:cubicBezTo>
                          <a:pt x="6526" y="3272"/>
                          <a:pt x="4460" y="2822"/>
                          <a:pt x="3841" y="2718"/>
                        </a:cubicBezTo>
                        <a:cubicBezTo>
                          <a:pt x="4023" y="1695"/>
                          <a:pt x="4362" y="639"/>
                          <a:pt x="5001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5" name="Google Shape;745;p38"/>
                  <p:cNvSpPr/>
                  <p:nvPr/>
                </p:nvSpPr>
                <p:spPr>
                  <a:xfrm>
                    <a:off x="6174869" y="3489819"/>
                    <a:ext cx="227732" cy="348946"/>
                  </a:xfrm>
                  <a:custGeom>
                    <a:rect b="b" l="l" r="r" t="t"/>
                    <a:pathLst>
                      <a:path extrusionOk="0" h="13821" w="9020">
                        <a:moveTo>
                          <a:pt x="1703" y="0"/>
                        </a:moveTo>
                        <a:cubicBezTo>
                          <a:pt x="912" y="0"/>
                          <a:pt x="308" y="102"/>
                          <a:pt x="240" y="114"/>
                        </a:cubicBezTo>
                        <a:cubicBezTo>
                          <a:pt x="0" y="157"/>
                          <a:pt x="45" y="502"/>
                          <a:pt x="270" y="502"/>
                        </a:cubicBezTo>
                        <a:cubicBezTo>
                          <a:pt x="283" y="502"/>
                          <a:pt x="297" y="501"/>
                          <a:pt x="312" y="498"/>
                        </a:cubicBezTo>
                        <a:cubicBezTo>
                          <a:pt x="326" y="496"/>
                          <a:pt x="898" y="401"/>
                          <a:pt x="1658" y="401"/>
                        </a:cubicBezTo>
                        <a:cubicBezTo>
                          <a:pt x="2973" y="401"/>
                          <a:pt x="4850" y="685"/>
                          <a:pt x="5383" y="2225"/>
                        </a:cubicBezTo>
                        <a:cubicBezTo>
                          <a:pt x="6282" y="4806"/>
                          <a:pt x="8589" y="13579"/>
                          <a:pt x="8609" y="13670"/>
                        </a:cubicBezTo>
                        <a:cubicBezTo>
                          <a:pt x="8635" y="13755"/>
                          <a:pt x="8713" y="13820"/>
                          <a:pt x="8804" y="13820"/>
                        </a:cubicBezTo>
                        <a:cubicBezTo>
                          <a:pt x="8817" y="13814"/>
                          <a:pt x="8837" y="13814"/>
                          <a:pt x="8850" y="13807"/>
                        </a:cubicBezTo>
                        <a:cubicBezTo>
                          <a:pt x="8954" y="13781"/>
                          <a:pt x="9019" y="13677"/>
                          <a:pt x="8993" y="13572"/>
                        </a:cubicBezTo>
                        <a:cubicBezTo>
                          <a:pt x="8967" y="13481"/>
                          <a:pt x="6654" y="4695"/>
                          <a:pt x="5761" y="2095"/>
                        </a:cubicBezTo>
                        <a:cubicBezTo>
                          <a:pt x="5149" y="328"/>
                          <a:pt x="3124" y="0"/>
                          <a:pt x="1703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6" name="Google Shape;746;p38"/>
                  <p:cNvSpPr/>
                  <p:nvPr/>
                </p:nvSpPr>
                <p:spPr>
                  <a:xfrm>
                    <a:off x="6172345" y="3518576"/>
                    <a:ext cx="99425" cy="38300"/>
                  </a:xfrm>
                  <a:custGeom>
                    <a:rect b="b" l="l" r="r" t="t"/>
                    <a:pathLst>
                      <a:path extrusionOk="0" h="1517" w="3938">
                        <a:moveTo>
                          <a:pt x="1572" y="1"/>
                        </a:moveTo>
                        <a:cubicBezTo>
                          <a:pt x="803" y="1"/>
                          <a:pt x="210" y="288"/>
                          <a:pt x="197" y="291"/>
                        </a:cubicBezTo>
                        <a:cubicBezTo>
                          <a:pt x="0" y="398"/>
                          <a:pt x="104" y="665"/>
                          <a:pt x="283" y="665"/>
                        </a:cubicBezTo>
                        <a:cubicBezTo>
                          <a:pt x="311" y="665"/>
                          <a:pt x="342" y="658"/>
                          <a:pt x="373" y="643"/>
                        </a:cubicBezTo>
                        <a:cubicBezTo>
                          <a:pt x="413" y="626"/>
                          <a:pt x="914" y="385"/>
                          <a:pt x="1561" y="385"/>
                        </a:cubicBezTo>
                        <a:cubicBezTo>
                          <a:pt x="2175" y="385"/>
                          <a:pt x="2921" y="603"/>
                          <a:pt x="3527" y="1438"/>
                        </a:cubicBezTo>
                        <a:cubicBezTo>
                          <a:pt x="3566" y="1490"/>
                          <a:pt x="3623" y="1516"/>
                          <a:pt x="3687" y="1516"/>
                        </a:cubicBezTo>
                        <a:lnTo>
                          <a:pt x="3687" y="1516"/>
                        </a:lnTo>
                        <a:cubicBezTo>
                          <a:pt x="3848" y="1514"/>
                          <a:pt x="3937" y="1333"/>
                          <a:pt x="3847" y="1204"/>
                        </a:cubicBezTo>
                        <a:cubicBezTo>
                          <a:pt x="3153" y="249"/>
                          <a:pt x="2286" y="1"/>
                          <a:pt x="1572" y="1"/>
                        </a:cubicBezTo>
                        <a:close/>
                        <a:moveTo>
                          <a:pt x="3687" y="1516"/>
                        </a:moveTo>
                        <a:lnTo>
                          <a:pt x="3687" y="1516"/>
                        </a:lnTo>
                        <a:cubicBezTo>
                          <a:pt x="3686" y="1517"/>
                          <a:pt x="3685" y="1517"/>
                          <a:pt x="3684" y="1517"/>
                        </a:cubicBezTo>
                        <a:lnTo>
                          <a:pt x="3690" y="1517"/>
                        </a:lnTo>
                        <a:cubicBezTo>
                          <a:pt x="3689" y="1517"/>
                          <a:pt x="3688" y="1517"/>
                          <a:pt x="3687" y="1516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7" name="Google Shape;747;p38"/>
                  <p:cNvSpPr/>
                  <p:nvPr/>
                </p:nvSpPr>
                <p:spPr>
                  <a:xfrm>
                    <a:off x="6172168" y="3557255"/>
                    <a:ext cx="99601" cy="38300"/>
                  </a:xfrm>
                  <a:custGeom>
                    <a:rect b="b" l="l" r="r" t="t"/>
                    <a:pathLst>
                      <a:path extrusionOk="0" h="1517" w="3945">
                        <a:moveTo>
                          <a:pt x="1579" y="1"/>
                        </a:moveTo>
                        <a:cubicBezTo>
                          <a:pt x="810" y="1"/>
                          <a:pt x="217" y="287"/>
                          <a:pt x="204" y="291"/>
                        </a:cubicBezTo>
                        <a:cubicBezTo>
                          <a:pt x="0" y="393"/>
                          <a:pt x="106" y="671"/>
                          <a:pt x="290" y="671"/>
                        </a:cubicBezTo>
                        <a:cubicBezTo>
                          <a:pt x="318" y="671"/>
                          <a:pt x="349" y="664"/>
                          <a:pt x="380" y="649"/>
                        </a:cubicBezTo>
                        <a:cubicBezTo>
                          <a:pt x="420" y="629"/>
                          <a:pt x="923" y="386"/>
                          <a:pt x="1571" y="386"/>
                        </a:cubicBezTo>
                        <a:cubicBezTo>
                          <a:pt x="2185" y="386"/>
                          <a:pt x="2929" y="604"/>
                          <a:pt x="3534" y="1438"/>
                        </a:cubicBezTo>
                        <a:cubicBezTo>
                          <a:pt x="3573" y="1489"/>
                          <a:pt x="3630" y="1515"/>
                          <a:pt x="3694" y="1516"/>
                        </a:cubicBezTo>
                        <a:lnTo>
                          <a:pt x="3694" y="1516"/>
                        </a:lnTo>
                        <a:cubicBezTo>
                          <a:pt x="3855" y="1514"/>
                          <a:pt x="3944" y="1333"/>
                          <a:pt x="3854" y="1203"/>
                        </a:cubicBezTo>
                        <a:cubicBezTo>
                          <a:pt x="3160" y="249"/>
                          <a:pt x="2293" y="1"/>
                          <a:pt x="1579" y="1"/>
                        </a:cubicBezTo>
                        <a:close/>
                        <a:moveTo>
                          <a:pt x="3694" y="1516"/>
                        </a:moveTo>
                        <a:lnTo>
                          <a:pt x="3694" y="1516"/>
                        </a:lnTo>
                        <a:cubicBezTo>
                          <a:pt x="3693" y="1516"/>
                          <a:pt x="3692" y="1516"/>
                          <a:pt x="3691" y="1516"/>
                        </a:cubicBezTo>
                        <a:lnTo>
                          <a:pt x="3697" y="1516"/>
                        </a:lnTo>
                        <a:cubicBezTo>
                          <a:pt x="3696" y="1516"/>
                          <a:pt x="3695" y="1516"/>
                          <a:pt x="3694" y="1516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8" name="Google Shape;748;p38"/>
                  <p:cNvSpPr/>
                  <p:nvPr/>
                </p:nvSpPr>
                <p:spPr>
                  <a:xfrm>
                    <a:off x="6172319" y="3595782"/>
                    <a:ext cx="99425" cy="38300"/>
                  </a:xfrm>
                  <a:custGeom>
                    <a:rect b="b" l="l" r="r" t="t"/>
                    <a:pathLst>
                      <a:path extrusionOk="0" h="1517" w="3938">
                        <a:moveTo>
                          <a:pt x="1576" y="0"/>
                        </a:moveTo>
                        <a:cubicBezTo>
                          <a:pt x="806" y="0"/>
                          <a:pt x="211" y="290"/>
                          <a:pt x="198" y="296"/>
                        </a:cubicBezTo>
                        <a:cubicBezTo>
                          <a:pt x="1" y="398"/>
                          <a:pt x="106" y="670"/>
                          <a:pt x="285" y="670"/>
                        </a:cubicBezTo>
                        <a:cubicBezTo>
                          <a:pt x="313" y="670"/>
                          <a:pt x="343" y="663"/>
                          <a:pt x="374" y="648"/>
                        </a:cubicBezTo>
                        <a:cubicBezTo>
                          <a:pt x="414" y="628"/>
                          <a:pt x="917" y="385"/>
                          <a:pt x="1565" y="385"/>
                        </a:cubicBezTo>
                        <a:cubicBezTo>
                          <a:pt x="2179" y="385"/>
                          <a:pt x="2923" y="603"/>
                          <a:pt x="3528" y="1437"/>
                        </a:cubicBezTo>
                        <a:cubicBezTo>
                          <a:pt x="3564" y="1485"/>
                          <a:pt x="3616" y="1516"/>
                          <a:pt x="3675" y="1516"/>
                        </a:cubicBezTo>
                        <a:cubicBezTo>
                          <a:pt x="3680" y="1516"/>
                          <a:pt x="3685" y="1516"/>
                          <a:pt x="3690" y="1515"/>
                        </a:cubicBezTo>
                        <a:lnTo>
                          <a:pt x="3690" y="1515"/>
                        </a:lnTo>
                        <a:cubicBezTo>
                          <a:pt x="3691" y="1515"/>
                          <a:pt x="3692" y="1515"/>
                          <a:pt x="3693" y="1515"/>
                        </a:cubicBezTo>
                        <a:cubicBezTo>
                          <a:pt x="3851" y="1515"/>
                          <a:pt x="3937" y="1331"/>
                          <a:pt x="3848" y="1202"/>
                        </a:cubicBezTo>
                        <a:cubicBezTo>
                          <a:pt x="3155" y="249"/>
                          <a:pt x="2290" y="0"/>
                          <a:pt x="1576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9" name="Google Shape;749;p38"/>
                  <p:cNvSpPr/>
                  <p:nvPr/>
                </p:nvSpPr>
                <p:spPr>
                  <a:xfrm>
                    <a:off x="6172294" y="3634436"/>
                    <a:ext cx="99450" cy="38275"/>
                  </a:xfrm>
                  <a:custGeom>
                    <a:rect b="b" l="l" r="r" t="t"/>
                    <a:pathLst>
                      <a:path extrusionOk="0" h="1516" w="3939">
                        <a:moveTo>
                          <a:pt x="1574" y="0"/>
                        </a:moveTo>
                        <a:cubicBezTo>
                          <a:pt x="805" y="0"/>
                          <a:pt x="212" y="287"/>
                          <a:pt x="199" y="291"/>
                        </a:cubicBezTo>
                        <a:cubicBezTo>
                          <a:pt x="0" y="398"/>
                          <a:pt x="108" y="669"/>
                          <a:pt x="289" y="669"/>
                        </a:cubicBezTo>
                        <a:cubicBezTo>
                          <a:pt x="316" y="669"/>
                          <a:pt x="345" y="663"/>
                          <a:pt x="375" y="649"/>
                        </a:cubicBezTo>
                        <a:cubicBezTo>
                          <a:pt x="415" y="629"/>
                          <a:pt x="918" y="385"/>
                          <a:pt x="1566" y="385"/>
                        </a:cubicBezTo>
                        <a:cubicBezTo>
                          <a:pt x="2180" y="385"/>
                          <a:pt x="2924" y="604"/>
                          <a:pt x="3529" y="1438"/>
                        </a:cubicBezTo>
                        <a:cubicBezTo>
                          <a:pt x="3568" y="1490"/>
                          <a:pt x="3627" y="1516"/>
                          <a:pt x="3692" y="1516"/>
                        </a:cubicBezTo>
                        <a:lnTo>
                          <a:pt x="3686" y="1516"/>
                        </a:lnTo>
                        <a:cubicBezTo>
                          <a:pt x="3689" y="1516"/>
                          <a:pt x="3691" y="1516"/>
                          <a:pt x="3694" y="1516"/>
                        </a:cubicBezTo>
                        <a:cubicBezTo>
                          <a:pt x="3852" y="1516"/>
                          <a:pt x="3938" y="1331"/>
                          <a:pt x="3849" y="1203"/>
                        </a:cubicBezTo>
                        <a:cubicBezTo>
                          <a:pt x="3155" y="248"/>
                          <a:pt x="2288" y="0"/>
                          <a:pt x="1574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0" name="Google Shape;750;p38"/>
                  <p:cNvSpPr/>
                  <p:nvPr/>
                </p:nvSpPr>
                <p:spPr>
                  <a:xfrm>
                    <a:off x="6172319" y="3673040"/>
                    <a:ext cx="99450" cy="38351"/>
                  </a:xfrm>
                  <a:custGeom>
                    <a:rect b="b" l="l" r="r" t="t"/>
                    <a:pathLst>
                      <a:path extrusionOk="0" h="1519" w="3939">
                        <a:moveTo>
                          <a:pt x="1569" y="1"/>
                        </a:moveTo>
                        <a:cubicBezTo>
                          <a:pt x="802" y="1"/>
                          <a:pt x="211" y="286"/>
                          <a:pt x="198" y="293"/>
                        </a:cubicBezTo>
                        <a:cubicBezTo>
                          <a:pt x="1" y="395"/>
                          <a:pt x="106" y="667"/>
                          <a:pt x="285" y="667"/>
                        </a:cubicBezTo>
                        <a:cubicBezTo>
                          <a:pt x="313" y="667"/>
                          <a:pt x="343" y="660"/>
                          <a:pt x="374" y="645"/>
                        </a:cubicBezTo>
                        <a:cubicBezTo>
                          <a:pt x="414" y="625"/>
                          <a:pt x="915" y="384"/>
                          <a:pt x="1562" y="384"/>
                        </a:cubicBezTo>
                        <a:cubicBezTo>
                          <a:pt x="2176" y="384"/>
                          <a:pt x="2922" y="602"/>
                          <a:pt x="3528" y="1434"/>
                        </a:cubicBezTo>
                        <a:cubicBezTo>
                          <a:pt x="3567" y="1485"/>
                          <a:pt x="3624" y="1517"/>
                          <a:pt x="3688" y="1518"/>
                        </a:cubicBezTo>
                        <a:lnTo>
                          <a:pt x="3688" y="1518"/>
                        </a:lnTo>
                        <a:cubicBezTo>
                          <a:pt x="3849" y="1516"/>
                          <a:pt x="3938" y="1335"/>
                          <a:pt x="3848" y="1206"/>
                        </a:cubicBezTo>
                        <a:cubicBezTo>
                          <a:pt x="3153" y="249"/>
                          <a:pt x="2284" y="1"/>
                          <a:pt x="1569" y="1"/>
                        </a:cubicBezTo>
                        <a:close/>
                        <a:moveTo>
                          <a:pt x="3688" y="1518"/>
                        </a:moveTo>
                        <a:lnTo>
                          <a:pt x="3688" y="1518"/>
                        </a:lnTo>
                        <a:cubicBezTo>
                          <a:pt x="3687" y="1518"/>
                          <a:pt x="3686" y="1518"/>
                          <a:pt x="3685" y="1518"/>
                        </a:cubicBezTo>
                        <a:lnTo>
                          <a:pt x="3691" y="1518"/>
                        </a:lnTo>
                        <a:cubicBezTo>
                          <a:pt x="3690" y="1518"/>
                          <a:pt x="3689" y="1518"/>
                          <a:pt x="3688" y="1518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1" name="Google Shape;751;p38"/>
                  <p:cNvSpPr/>
                  <p:nvPr/>
                </p:nvSpPr>
                <p:spPr>
                  <a:xfrm>
                    <a:off x="6172319" y="3711643"/>
                    <a:ext cx="99450" cy="38427"/>
                  </a:xfrm>
                  <a:custGeom>
                    <a:rect b="b" l="l" r="r" t="t"/>
                    <a:pathLst>
                      <a:path extrusionOk="0" h="1522" w="3939">
                        <a:moveTo>
                          <a:pt x="1572" y="1"/>
                        </a:moveTo>
                        <a:cubicBezTo>
                          <a:pt x="804" y="1"/>
                          <a:pt x="211" y="289"/>
                          <a:pt x="198" y="296"/>
                        </a:cubicBezTo>
                        <a:cubicBezTo>
                          <a:pt x="1" y="397"/>
                          <a:pt x="106" y="669"/>
                          <a:pt x="285" y="669"/>
                        </a:cubicBezTo>
                        <a:cubicBezTo>
                          <a:pt x="313" y="669"/>
                          <a:pt x="343" y="663"/>
                          <a:pt x="374" y="648"/>
                        </a:cubicBezTo>
                        <a:cubicBezTo>
                          <a:pt x="414" y="628"/>
                          <a:pt x="915" y="387"/>
                          <a:pt x="1562" y="387"/>
                        </a:cubicBezTo>
                        <a:cubicBezTo>
                          <a:pt x="2176" y="387"/>
                          <a:pt x="2922" y="604"/>
                          <a:pt x="3528" y="1436"/>
                        </a:cubicBezTo>
                        <a:cubicBezTo>
                          <a:pt x="3567" y="1488"/>
                          <a:pt x="3624" y="1520"/>
                          <a:pt x="3688" y="1521"/>
                        </a:cubicBezTo>
                        <a:lnTo>
                          <a:pt x="3688" y="1521"/>
                        </a:lnTo>
                        <a:cubicBezTo>
                          <a:pt x="3849" y="1519"/>
                          <a:pt x="3938" y="1338"/>
                          <a:pt x="3848" y="1208"/>
                        </a:cubicBezTo>
                        <a:cubicBezTo>
                          <a:pt x="3154" y="250"/>
                          <a:pt x="2287" y="1"/>
                          <a:pt x="1572" y="1"/>
                        </a:cubicBezTo>
                        <a:close/>
                        <a:moveTo>
                          <a:pt x="3688" y="1521"/>
                        </a:moveTo>
                        <a:lnTo>
                          <a:pt x="3688" y="1521"/>
                        </a:lnTo>
                        <a:cubicBezTo>
                          <a:pt x="3687" y="1521"/>
                          <a:pt x="3686" y="1521"/>
                          <a:pt x="3685" y="1521"/>
                        </a:cubicBezTo>
                        <a:lnTo>
                          <a:pt x="3691" y="1521"/>
                        </a:lnTo>
                        <a:cubicBezTo>
                          <a:pt x="3690" y="1521"/>
                          <a:pt x="3689" y="1521"/>
                          <a:pt x="3688" y="152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2" name="Google Shape;752;p38"/>
                  <p:cNvSpPr/>
                  <p:nvPr/>
                </p:nvSpPr>
                <p:spPr>
                  <a:xfrm>
                    <a:off x="6172345" y="3750272"/>
                    <a:ext cx="99425" cy="38300"/>
                  </a:xfrm>
                  <a:custGeom>
                    <a:rect b="b" l="l" r="r" t="t"/>
                    <a:pathLst>
                      <a:path extrusionOk="0" h="1517" w="3938">
                        <a:moveTo>
                          <a:pt x="1572" y="1"/>
                        </a:moveTo>
                        <a:cubicBezTo>
                          <a:pt x="803" y="1"/>
                          <a:pt x="210" y="288"/>
                          <a:pt x="197" y="291"/>
                        </a:cubicBezTo>
                        <a:cubicBezTo>
                          <a:pt x="0" y="398"/>
                          <a:pt x="104" y="665"/>
                          <a:pt x="283" y="665"/>
                        </a:cubicBezTo>
                        <a:cubicBezTo>
                          <a:pt x="311" y="665"/>
                          <a:pt x="342" y="658"/>
                          <a:pt x="373" y="643"/>
                        </a:cubicBezTo>
                        <a:cubicBezTo>
                          <a:pt x="413" y="626"/>
                          <a:pt x="914" y="385"/>
                          <a:pt x="1561" y="385"/>
                        </a:cubicBezTo>
                        <a:cubicBezTo>
                          <a:pt x="2175" y="385"/>
                          <a:pt x="2921" y="603"/>
                          <a:pt x="3527" y="1438"/>
                        </a:cubicBezTo>
                        <a:cubicBezTo>
                          <a:pt x="3566" y="1489"/>
                          <a:pt x="3623" y="1515"/>
                          <a:pt x="3687" y="1516"/>
                        </a:cubicBezTo>
                        <a:lnTo>
                          <a:pt x="3687" y="1516"/>
                        </a:lnTo>
                        <a:cubicBezTo>
                          <a:pt x="3848" y="1514"/>
                          <a:pt x="3937" y="1333"/>
                          <a:pt x="3847" y="1203"/>
                        </a:cubicBezTo>
                        <a:cubicBezTo>
                          <a:pt x="3153" y="249"/>
                          <a:pt x="2286" y="1"/>
                          <a:pt x="1572" y="1"/>
                        </a:cubicBezTo>
                        <a:close/>
                        <a:moveTo>
                          <a:pt x="3687" y="1516"/>
                        </a:moveTo>
                        <a:cubicBezTo>
                          <a:pt x="3686" y="1516"/>
                          <a:pt x="3685" y="1516"/>
                          <a:pt x="3684" y="1516"/>
                        </a:cubicBezTo>
                        <a:lnTo>
                          <a:pt x="3690" y="1516"/>
                        </a:lnTo>
                        <a:cubicBezTo>
                          <a:pt x="3689" y="1516"/>
                          <a:pt x="3688" y="1516"/>
                          <a:pt x="3687" y="1516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3" name="Google Shape;753;p38"/>
                  <p:cNvSpPr/>
                  <p:nvPr/>
                </p:nvSpPr>
                <p:spPr>
                  <a:xfrm>
                    <a:off x="6175097" y="3786679"/>
                    <a:ext cx="78242" cy="462635"/>
                  </a:xfrm>
                  <a:custGeom>
                    <a:rect b="b" l="l" r="r" t="t"/>
                    <a:pathLst>
                      <a:path extrusionOk="0" h="18324" w="3099">
                        <a:moveTo>
                          <a:pt x="572" y="1"/>
                        </a:moveTo>
                        <a:cubicBezTo>
                          <a:pt x="379" y="1"/>
                          <a:pt x="251" y="20"/>
                          <a:pt x="238" y="22"/>
                        </a:cubicBezTo>
                        <a:cubicBezTo>
                          <a:pt x="1" y="72"/>
                          <a:pt x="38" y="415"/>
                          <a:pt x="266" y="415"/>
                        </a:cubicBezTo>
                        <a:cubicBezTo>
                          <a:pt x="276" y="415"/>
                          <a:pt x="286" y="414"/>
                          <a:pt x="296" y="413"/>
                        </a:cubicBezTo>
                        <a:cubicBezTo>
                          <a:pt x="299" y="413"/>
                          <a:pt x="407" y="397"/>
                          <a:pt x="574" y="397"/>
                        </a:cubicBezTo>
                        <a:cubicBezTo>
                          <a:pt x="887" y="397"/>
                          <a:pt x="1405" y="453"/>
                          <a:pt x="1809" y="772"/>
                        </a:cubicBezTo>
                        <a:cubicBezTo>
                          <a:pt x="2167" y="1058"/>
                          <a:pt x="2376" y="1508"/>
                          <a:pt x="2421" y="2101"/>
                        </a:cubicBezTo>
                        <a:cubicBezTo>
                          <a:pt x="2591" y="4278"/>
                          <a:pt x="2701" y="17984"/>
                          <a:pt x="2701" y="18121"/>
                        </a:cubicBezTo>
                        <a:cubicBezTo>
                          <a:pt x="2708" y="18232"/>
                          <a:pt x="2793" y="18317"/>
                          <a:pt x="2903" y="18317"/>
                        </a:cubicBezTo>
                        <a:lnTo>
                          <a:pt x="2903" y="18323"/>
                        </a:lnTo>
                        <a:cubicBezTo>
                          <a:pt x="3014" y="18317"/>
                          <a:pt x="3099" y="18232"/>
                          <a:pt x="3099" y="18121"/>
                        </a:cubicBezTo>
                        <a:cubicBezTo>
                          <a:pt x="3099" y="17978"/>
                          <a:pt x="2982" y="4265"/>
                          <a:pt x="2812" y="2075"/>
                        </a:cubicBezTo>
                        <a:cubicBezTo>
                          <a:pt x="2760" y="1358"/>
                          <a:pt x="2506" y="824"/>
                          <a:pt x="2050" y="465"/>
                        </a:cubicBezTo>
                        <a:cubicBezTo>
                          <a:pt x="1553" y="71"/>
                          <a:pt x="943" y="1"/>
                          <a:pt x="572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4" name="Google Shape;754;p38"/>
                  <p:cNvSpPr/>
                  <p:nvPr/>
                </p:nvSpPr>
                <p:spPr>
                  <a:xfrm>
                    <a:off x="6213170" y="3937356"/>
                    <a:ext cx="36533" cy="80110"/>
                  </a:xfrm>
                  <a:custGeom>
                    <a:rect b="b" l="l" r="r" t="t"/>
                    <a:pathLst>
                      <a:path extrusionOk="0" h="3173" w="1447">
                        <a:moveTo>
                          <a:pt x="1165" y="1"/>
                        </a:moveTo>
                        <a:cubicBezTo>
                          <a:pt x="1121" y="1"/>
                          <a:pt x="1074" y="17"/>
                          <a:pt x="1030" y="57"/>
                        </a:cubicBezTo>
                        <a:cubicBezTo>
                          <a:pt x="998" y="89"/>
                          <a:pt x="125" y="930"/>
                          <a:pt x="7" y="2963"/>
                        </a:cubicBezTo>
                        <a:cubicBezTo>
                          <a:pt x="1" y="3074"/>
                          <a:pt x="85" y="3166"/>
                          <a:pt x="190" y="3172"/>
                        </a:cubicBezTo>
                        <a:lnTo>
                          <a:pt x="203" y="3172"/>
                        </a:lnTo>
                        <a:cubicBezTo>
                          <a:pt x="307" y="3172"/>
                          <a:pt x="392" y="3087"/>
                          <a:pt x="398" y="2983"/>
                        </a:cubicBezTo>
                        <a:cubicBezTo>
                          <a:pt x="509" y="1126"/>
                          <a:pt x="1291" y="356"/>
                          <a:pt x="1304" y="343"/>
                        </a:cubicBezTo>
                        <a:cubicBezTo>
                          <a:pt x="1446" y="202"/>
                          <a:pt x="1320" y="1"/>
                          <a:pt x="1165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5" name="Google Shape;755;p38"/>
                  <p:cNvSpPr/>
                  <p:nvPr/>
                </p:nvSpPr>
                <p:spPr>
                  <a:xfrm>
                    <a:off x="6196052" y="3860099"/>
                    <a:ext cx="50672" cy="64709"/>
                  </a:xfrm>
                  <a:custGeom>
                    <a:rect b="b" l="l" r="r" t="t"/>
                    <a:pathLst>
                      <a:path extrusionOk="0" h="2563" w="2007">
                        <a:moveTo>
                          <a:pt x="1733" y="0"/>
                        </a:moveTo>
                        <a:cubicBezTo>
                          <a:pt x="1725" y="0"/>
                          <a:pt x="1717" y="0"/>
                          <a:pt x="1708" y="1"/>
                        </a:cubicBezTo>
                        <a:cubicBezTo>
                          <a:pt x="1689" y="8"/>
                          <a:pt x="1" y="249"/>
                          <a:pt x="60" y="2374"/>
                        </a:cubicBezTo>
                        <a:cubicBezTo>
                          <a:pt x="66" y="2478"/>
                          <a:pt x="151" y="2563"/>
                          <a:pt x="255" y="2563"/>
                        </a:cubicBezTo>
                        <a:lnTo>
                          <a:pt x="262" y="2563"/>
                        </a:lnTo>
                        <a:cubicBezTo>
                          <a:pt x="372" y="2563"/>
                          <a:pt x="457" y="2471"/>
                          <a:pt x="451" y="2361"/>
                        </a:cubicBezTo>
                        <a:cubicBezTo>
                          <a:pt x="405" y="607"/>
                          <a:pt x="1695" y="405"/>
                          <a:pt x="1754" y="392"/>
                        </a:cubicBezTo>
                        <a:cubicBezTo>
                          <a:pt x="2006" y="361"/>
                          <a:pt x="1966" y="0"/>
                          <a:pt x="1733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6" name="Google Shape;756;p38"/>
                  <p:cNvSpPr/>
                  <p:nvPr/>
                </p:nvSpPr>
                <p:spPr>
                  <a:xfrm>
                    <a:off x="6216149" y="4067254"/>
                    <a:ext cx="37997" cy="81852"/>
                  </a:xfrm>
                  <a:custGeom>
                    <a:rect b="b" l="l" r="r" t="t"/>
                    <a:pathLst>
                      <a:path extrusionOk="0" h="3242" w="1505">
                        <a:moveTo>
                          <a:pt x="1212" y="1"/>
                        </a:moveTo>
                        <a:cubicBezTo>
                          <a:pt x="1170" y="1"/>
                          <a:pt x="1125" y="17"/>
                          <a:pt x="1082" y="54"/>
                        </a:cubicBezTo>
                        <a:cubicBezTo>
                          <a:pt x="1036" y="87"/>
                          <a:pt x="0" y="927"/>
                          <a:pt x="59" y="3046"/>
                        </a:cubicBezTo>
                        <a:cubicBezTo>
                          <a:pt x="59" y="3156"/>
                          <a:pt x="150" y="3241"/>
                          <a:pt x="254" y="3241"/>
                        </a:cubicBezTo>
                        <a:lnTo>
                          <a:pt x="261" y="3241"/>
                        </a:lnTo>
                        <a:cubicBezTo>
                          <a:pt x="372" y="3235"/>
                          <a:pt x="456" y="3143"/>
                          <a:pt x="450" y="3033"/>
                        </a:cubicBezTo>
                        <a:cubicBezTo>
                          <a:pt x="398" y="1142"/>
                          <a:pt x="1310" y="380"/>
                          <a:pt x="1323" y="367"/>
                        </a:cubicBezTo>
                        <a:cubicBezTo>
                          <a:pt x="1504" y="237"/>
                          <a:pt x="1377" y="1"/>
                          <a:pt x="1212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7" name="Google Shape;757;p38"/>
                  <p:cNvSpPr/>
                  <p:nvPr/>
                </p:nvSpPr>
                <p:spPr>
                  <a:xfrm>
                    <a:off x="6240816" y="3893097"/>
                    <a:ext cx="32620" cy="64305"/>
                  </a:xfrm>
                  <a:custGeom>
                    <a:rect b="b" l="l" r="r" t="t"/>
                    <a:pathLst>
                      <a:path extrusionOk="0" h="2547" w="1292">
                        <a:moveTo>
                          <a:pt x="222" y="1"/>
                        </a:moveTo>
                        <a:cubicBezTo>
                          <a:pt x="151" y="1"/>
                          <a:pt x="85" y="40"/>
                          <a:pt x="53" y="109"/>
                        </a:cubicBezTo>
                        <a:cubicBezTo>
                          <a:pt x="1" y="206"/>
                          <a:pt x="40" y="324"/>
                          <a:pt x="138" y="376"/>
                        </a:cubicBezTo>
                        <a:cubicBezTo>
                          <a:pt x="144" y="376"/>
                          <a:pt x="841" y="760"/>
                          <a:pt x="894" y="2357"/>
                        </a:cubicBezTo>
                        <a:cubicBezTo>
                          <a:pt x="900" y="2461"/>
                          <a:pt x="985" y="2546"/>
                          <a:pt x="1089" y="2546"/>
                        </a:cubicBezTo>
                        <a:lnTo>
                          <a:pt x="1096" y="2546"/>
                        </a:lnTo>
                        <a:cubicBezTo>
                          <a:pt x="1206" y="2540"/>
                          <a:pt x="1291" y="2448"/>
                          <a:pt x="1291" y="2344"/>
                        </a:cubicBezTo>
                        <a:cubicBezTo>
                          <a:pt x="1226" y="487"/>
                          <a:pt x="346" y="37"/>
                          <a:pt x="314" y="24"/>
                        </a:cubicBezTo>
                        <a:cubicBezTo>
                          <a:pt x="284" y="8"/>
                          <a:pt x="253" y="1"/>
                          <a:pt x="222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8" name="Google Shape;758;p38"/>
                  <p:cNvSpPr/>
                  <p:nvPr/>
                </p:nvSpPr>
                <p:spPr>
                  <a:xfrm>
                    <a:off x="6354531" y="3754539"/>
                    <a:ext cx="29413" cy="66931"/>
                  </a:xfrm>
                  <a:custGeom>
                    <a:rect b="b" l="l" r="r" t="t"/>
                    <a:pathLst>
                      <a:path extrusionOk="0" h="2651" w="1165">
                        <a:moveTo>
                          <a:pt x="898" y="0"/>
                        </a:moveTo>
                        <a:cubicBezTo>
                          <a:pt x="839" y="0"/>
                          <a:pt x="779" y="28"/>
                          <a:pt x="737" y="96"/>
                        </a:cubicBezTo>
                        <a:cubicBezTo>
                          <a:pt x="704" y="148"/>
                          <a:pt x="0" y="1308"/>
                          <a:pt x="365" y="2507"/>
                        </a:cubicBezTo>
                        <a:cubicBezTo>
                          <a:pt x="391" y="2592"/>
                          <a:pt x="463" y="2651"/>
                          <a:pt x="554" y="2651"/>
                        </a:cubicBezTo>
                        <a:cubicBezTo>
                          <a:pt x="574" y="2651"/>
                          <a:pt x="593" y="2651"/>
                          <a:pt x="606" y="2644"/>
                        </a:cubicBezTo>
                        <a:cubicBezTo>
                          <a:pt x="711" y="2612"/>
                          <a:pt x="769" y="2501"/>
                          <a:pt x="743" y="2397"/>
                        </a:cubicBezTo>
                        <a:cubicBezTo>
                          <a:pt x="430" y="1360"/>
                          <a:pt x="1063" y="317"/>
                          <a:pt x="1069" y="304"/>
                        </a:cubicBezTo>
                        <a:cubicBezTo>
                          <a:pt x="1164" y="146"/>
                          <a:pt x="1033" y="0"/>
                          <a:pt x="89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9" name="Google Shape;759;p38"/>
                  <p:cNvSpPr/>
                  <p:nvPr/>
                </p:nvSpPr>
                <p:spPr>
                  <a:xfrm>
                    <a:off x="6349759" y="3672914"/>
                    <a:ext cx="35725" cy="39462"/>
                  </a:xfrm>
                  <a:custGeom>
                    <a:rect b="b" l="l" r="r" t="t"/>
                    <a:pathLst>
                      <a:path extrusionOk="0" h="1563" w="1415">
                        <a:moveTo>
                          <a:pt x="246" y="0"/>
                        </a:moveTo>
                        <a:cubicBezTo>
                          <a:pt x="207" y="0"/>
                          <a:pt x="182" y="4"/>
                          <a:pt x="176" y="5"/>
                        </a:cubicBezTo>
                        <a:cubicBezTo>
                          <a:pt x="72" y="18"/>
                          <a:pt x="0" y="116"/>
                          <a:pt x="13" y="220"/>
                        </a:cubicBezTo>
                        <a:cubicBezTo>
                          <a:pt x="32" y="326"/>
                          <a:pt x="117" y="396"/>
                          <a:pt x="221" y="396"/>
                        </a:cubicBezTo>
                        <a:cubicBezTo>
                          <a:pt x="226" y="396"/>
                          <a:pt x="230" y="396"/>
                          <a:pt x="235" y="396"/>
                        </a:cubicBezTo>
                        <a:cubicBezTo>
                          <a:pt x="237" y="395"/>
                          <a:pt x="245" y="394"/>
                          <a:pt x="258" y="394"/>
                        </a:cubicBezTo>
                        <a:cubicBezTo>
                          <a:pt x="365" y="394"/>
                          <a:pt x="795" y="467"/>
                          <a:pt x="1004" y="1406"/>
                        </a:cubicBezTo>
                        <a:cubicBezTo>
                          <a:pt x="1024" y="1497"/>
                          <a:pt x="1102" y="1556"/>
                          <a:pt x="1193" y="1556"/>
                        </a:cubicBezTo>
                        <a:lnTo>
                          <a:pt x="1193" y="1563"/>
                        </a:lnTo>
                        <a:cubicBezTo>
                          <a:pt x="1323" y="1563"/>
                          <a:pt x="1415" y="1445"/>
                          <a:pt x="1389" y="1321"/>
                        </a:cubicBezTo>
                        <a:cubicBezTo>
                          <a:pt x="1118" y="106"/>
                          <a:pt x="463" y="0"/>
                          <a:pt x="246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0" name="Google Shape;760;p38"/>
                  <p:cNvSpPr/>
                  <p:nvPr/>
                </p:nvSpPr>
                <p:spPr>
                  <a:xfrm>
                    <a:off x="6311585" y="3609138"/>
                    <a:ext cx="26510" cy="46481"/>
                  </a:xfrm>
                  <a:custGeom>
                    <a:rect b="b" l="l" r="r" t="t"/>
                    <a:pathLst>
                      <a:path extrusionOk="0" h="1841" w="1050">
                        <a:moveTo>
                          <a:pt x="833" y="1"/>
                        </a:moveTo>
                        <a:cubicBezTo>
                          <a:pt x="825" y="1"/>
                          <a:pt x="817" y="1"/>
                          <a:pt x="808" y="2"/>
                        </a:cubicBezTo>
                        <a:cubicBezTo>
                          <a:pt x="548" y="48"/>
                          <a:pt x="320" y="211"/>
                          <a:pt x="183" y="439"/>
                        </a:cubicBezTo>
                        <a:cubicBezTo>
                          <a:pt x="0" y="758"/>
                          <a:pt x="20" y="1188"/>
                          <a:pt x="235" y="1716"/>
                        </a:cubicBezTo>
                        <a:cubicBezTo>
                          <a:pt x="267" y="1788"/>
                          <a:pt x="339" y="1840"/>
                          <a:pt x="417" y="1840"/>
                        </a:cubicBezTo>
                        <a:cubicBezTo>
                          <a:pt x="443" y="1840"/>
                          <a:pt x="469" y="1834"/>
                          <a:pt x="496" y="1820"/>
                        </a:cubicBezTo>
                        <a:cubicBezTo>
                          <a:pt x="593" y="1781"/>
                          <a:pt x="645" y="1664"/>
                          <a:pt x="606" y="1566"/>
                        </a:cubicBezTo>
                        <a:cubicBezTo>
                          <a:pt x="437" y="1162"/>
                          <a:pt x="411" y="836"/>
                          <a:pt x="528" y="634"/>
                        </a:cubicBezTo>
                        <a:cubicBezTo>
                          <a:pt x="600" y="504"/>
                          <a:pt x="724" y="419"/>
                          <a:pt x="867" y="387"/>
                        </a:cubicBezTo>
                        <a:cubicBezTo>
                          <a:pt x="978" y="374"/>
                          <a:pt x="1050" y="269"/>
                          <a:pt x="1030" y="165"/>
                        </a:cubicBezTo>
                        <a:cubicBezTo>
                          <a:pt x="1018" y="69"/>
                          <a:pt x="929" y="1"/>
                          <a:pt x="833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1" name="Google Shape;761;p38"/>
                  <p:cNvSpPr/>
                  <p:nvPr/>
                </p:nvSpPr>
                <p:spPr>
                  <a:xfrm>
                    <a:off x="6310095" y="3539077"/>
                    <a:ext cx="43956" cy="39361"/>
                  </a:xfrm>
                  <a:custGeom>
                    <a:rect b="b" l="l" r="r" t="t"/>
                    <a:pathLst>
                      <a:path extrusionOk="0" h="1559" w="1741">
                        <a:moveTo>
                          <a:pt x="351" y="1"/>
                        </a:moveTo>
                        <a:cubicBezTo>
                          <a:pt x="247" y="1"/>
                          <a:pt x="180" y="17"/>
                          <a:pt x="170" y="20"/>
                        </a:cubicBezTo>
                        <a:cubicBezTo>
                          <a:pt x="66" y="46"/>
                          <a:pt x="1" y="151"/>
                          <a:pt x="27" y="255"/>
                        </a:cubicBezTo>
                        <a:cubicBezTo>
                          <a:pt x="49" y="344"/>
                          <a:pt x="128" y="404"/>
                          <a:pt x="215" y="404"/>
                        </a:cubicBezTo>
                        <a:cubicBezTo>
                          <a:pt x="230" y="404"/>
                          <a:pt x="246" y="402"/>
                          <a:pt x="261" y="398"/>
                        </a:cubicBezTo>
                        <a:cubicBezTo>
                          <a:pt x="266" y="398"/>
                          <a:pt x="292" y="394"/>
                          <a:pt x="334" y="394"/>
                        </a:cubicBezTo>
                        <a:cubicBezTo>
                          <a:pt x="521" y="394"/>
                          <a:pt x="1017" y="480"/>
                          <a:pt x="1330" y="1421"/>
                        </a:cubicBezTo>
                        <a:cubicBezTo>
                          <a:pt x="1356" y="1500"/>
                          <a:pt x="1434" y="1552"/>
                          <a:pt x="1519" y="1558"/>
                        </a:cubicBezTo>
                        <a:cubicBezTo>
                          <a:pt x="1539" y="1558"/>
                          <a:pt x="1565" y="1552"/>
                          <a:pt x="1584" y="1545"/>
                        </a:cubicBezTo>
                        <a:cubicBezTo>
                          <a:pt x="1682" y="1513"/>
                          <a:pt x="1741" y="1395"/>
                          <a:pt x="1708" y="1298"/>
                        </a:cubicBezTo>
                        <a:cubicBezTo>
                          <a:pt x="1325" y="153"/>
                          <a:pt x="668" y="1"/>
                          <a:pt x="351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2" name="Google Shape;762;p38"/>
                  <p:cNvSpPr/>
                  <p:nvPr/>
                </p:nvSpPr>
                <p:spPr>
                  <a:xfrm>
                    <a:off x="6246092" y="4163548"/>
                    <a:ext cx="34236" cy="58448"/>
                  </a:xfrm>
                  <a:custGeom>
                    <a:rect b="b" l="l" r="r" t="t"/>
                    <a:pathLst>
                      <a:path extrusionOk="0" h="2315" w="1356">
                        <a:moveTo>
                          <a:pt x="189" y="1"/>
                        </a:moveTo>
                        <a:cubicBezTo>
                          <a:pt x="85" y="1"/>
                          <a:pt x="0" y="92"/>
                          <a:pt x="7" y="203"/>
                        </a:cubicBezTo>
                        <a:cubicBezTo>
                          <a:pt x="13" y="307"/>
                          <a:pt x="98" y="392"/>
                          <a:pt x="202" y="392"/>
                        </a:cubicBezTo>
                        <a:lnTo>
                          <a:pt x="209" y="392"/>
                        </a:lnTo>
                        <a:cubicBezTo>
                          <a:pt x="352" y="398"/>
                          <a:pt x="483" y="463"/>
                          <a:pt x="580" y="568"/>
                        </a:cubicBezTo>
                        <a:cubicBezTo>
                          <a:pt x="763" y="757"/>
                          <a:pt x="965" y="1174"/>
                          <a:pt x="913" y="2106"/>
                        </a:cubicBezTo>
                        <a:cubicBezTo>
                          <a:pt x="906" y="2217"/>
                          <a:pt x="991" y="2308"/>
                          <a:pt x="1095" y="2314"/>
                        </a:cubicBezTo>
                        <a:lnTo>
                          <a:pt x="1108" y="2314"/>
                        </a:lnTo>
                        <a:cubicBezTo>
                          <a:pt x="1213" y="2314"/>
                          <a:pt x="1297" y="2230"/>
                          <a:pt x="1304" y="2125"/>
                        </a:cubicBezTo>
                        <a:cubicBezTo>
                          <a:pt x="1356" y="1259"/>
                          <a:pt x="1199" y="633"/>
                          <a:pt x="848" y="281"/>
                        </a:cubicBezTo>
                        <a:cubicBezTo>
                          <a:pt x="678" y="98"/>
                          <a:pt x="437" y="1"/>
                          <a:pt x="189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3" name="Google Shape;763;p38"/>
                  <p:cNvSpPr/>
                  <p:nvPr/>
                </p:nvSpPr>
                <p:spPr>
                  <a:xfrm>
                    <a:off x="6239175" y="4015497"/>
                    <a:ext cx="34261" cy="59231"/>
                  </a:xfrm>
                  <a:custGeom>
                    <a:rect b="b" l="l" r="r" t="t"/>
                    <a:pathLst>
                      <a:path extrusionOk="0" h="2346" w="1357">
                        <a:moveTo>
                          <a:pt x="283" y="1"/>
                        </a:moveTo>
                        <a:cubicBezTo>
                          <a:pt x="102" y="1"/>
                          <a:pt x="0" y="271"/>
                          <a:pt x="196" y="377"/>
                        </a:cubicBezTo>
                        <a:cubicBezTo>
                          <a:pt x="229" y="390"/>
                          <a:pt x="906" y="774"/>
                          <a:pt x="959" y="2156"/>
                        </a:cubicBezTo>
                        <a:cubicBezTo>
                          <a:pt x="965" y="2260"/>
                          <a:pt x="1050" y="2345"/>
                          <a:pt x="1154" y="2345"/>
                        </a:cubicBezTo>
                        <a:lnTo>
                          <a:pt x="1161" y="2345"/>
                        </a:lnTo>
                        <a:cubicBezTo>
                          <a:pt x="1271" y="2339"/>
                          <a:pt x="1356" y="2247"/>
                          <a:pt x="1356" y="2137"/>
                        </a:cubicBezTo>
                        <a:cubicBezTo>
                          <a:pt x="1291" y="514"/>
                          <a:pt x="418" y="44"/>
                          <a:pt x="379" y="25"/>
                        </a:cubicBezTo>
                        <a:cubicBezTo>
                          <a:pt x="345" y="8"/>
                          <a:pt x="313" y="1"/>
                          <a:pt x="283" y="1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64" name="Google Shape;764;p38"/>
                <p:cNvSpPr/>
                <p:nvPr/>
              </p:nvSpPr>
              <p:spPr>
                <a:xfrm>
                  <a:off x="6020481" y="3084268"/>
                  <a:ext cx="321880" cy="160978"/>
                </a:xfrm>
                <a:custGeom>
                  <a:rect b="b" l="l" r="r" t="t"/>
                  <a:pathLst>
                    <a:path extrusionOk="0" h="6376" w="12749">
                      <a:moveTo>
                        <a:pt x="5795" y="0"/>
                      </a:moveTo>
                      <a:cubicBezTo>
                        <a:pt x="5039" y="0"/>
                        <a:pt x="4543" y="404"/>
                        <a:pt x="4309" y="939"/>
                      </a:cubicBezTo>
                      <a:cubicBezTo>
                        <a:pt x="4056" y="756"/>
                        <a:pt x="3755" y="658"/>
                        <a:pt x="3446" y="658"/>
                      </a:cubicBezTo>
                      <a:cubicBezTo>
                        <a:pt x="3436" y="658"/>
                        <a:pt x="3426" y="658"/>
                        <a:pt x="3416" y="658"/>
                      </a:cubicBezTo>
                      <a:cubicBezTo>
                        <a:pt x="2243" y="658"/>
                        <a:pt x="1760" y="1727"/>
                        <a:pt x="1969" y="2607"/>
                      </a:cubicBezTo>
                      <a:cubicBezTo>
                        <a:pt x="1806" y="2627"/>
                        <a:pt x="1650" y="2672"/>
                        <a:pt x="1513" y="2757"/>
                      </a:cubicBezTo>
                      <a:cubicBezTo>
                        <a:pt x="1461" y="2783"/>
                        <a:pt x="1415" y="2816"/>
                        <a:pt x="1376" y="2848"/>
                      </a:cubicBezTo>
                      <a:cubicBezTo>
                        <a:pt x="1" y="3467"/>
                        <a:pt x="235" y="5944"/>
                        <a:pt x="2054" y="5944"/>
                      </a:cubicBezTo>
                      <a:cubicBezTo>
                        <a:pt x="2065" y="5944"/>
                        <a:pt x="2075" y="5944"/>
                        <a:pt x="2086" y="5944"/>
                      </a:cubicBezTo>
                      <a:cubicBezTo>
                        <a:pt x="2401" y="5944"/>
                        <a:pt x="2708" y="5853"/>
                        <a:pt x="2966" y="5677"/>
                      </a:cubicBezTo>
                      <a:cubicBezTo>
                        <a:pt x="3255" y="6078"/>
                        <a:pt x="3718" y="6317"/>
                        <a:pt x="4206" y="6317"/>
                      </a:cubicBezTo>
                      <a:cubicBezTo>
                        <a:pt x="4225" y="6317"/>
                        <a:pt x="4244" y="6316"/>
                        <a:pt x="4263" y="6316"/>
                      </a:cubicBezTo>
                      <a:cubicBezTo>
                        <a:pt x="4824" y="6316"/>
                        <a:pt x="5254" y="6114"/>
                        <a:pt x="5554" y="5801"/>
                      </a:cubicBezTo>
                      <a:cubicBezTo>
                        <a:pt x="5841" y="6069"/>
                        <a:pt x="6221" y="6212"/>
                        <a:pt x="6616" y="6212"/>
                      </a:cubicBezTo>
                      <a:cubicBezTo>
                        <a:pt x="6624" y="6212"/>
                        <a:pt x="6633" y="6212"/>
                        <a:pt x="6642" y="6211"/>
                      </a:cubicBezTo>
                      <a:cubicBezTo>
                        <a:pt x="6654" y="6212"/>
                        <a:pt x="6665" y="6212"/>
                        <a:pt x="6677" y="6212"/>
                      </a:cubicBezTo>
                      <a:cubicBezTo>
                        <a:pt x="7011" y="6212"/>
                        <a:pt x="7343" y="6121"/>
                        <a:pt x="7626" y="5951"/>
                      </a:cubicBezTo>
                      <a:cubicBezTo>
                        <a:pt x="7822" y="6107"/>
                        <a:pt x="8043" y="6231"/>
                        <a:pt x="8291" y="6303"/>
                      </a:cubicBezTo>
                      <a:lnTo>
                        <a:pt x="8324" y="6309"/>
                      </a:lnTo>
                      <a:cubicBezTo>
                        <a:pt x="8480" y="6353"/>
                        <a:pt x="8642" y="6375"/>
                        <a:pt x="8803" y="6375"/>
                      </a:cubicBezTo>
                      <a:cubicBezTo>
                        <a:pt x="9116" y="6375"/>
                        <a:pt x="9427" y="6293"/>
                        <a:pt x="9699" y="6133"/>
                      </a:cubicBezTo>
                      <a:lnTo>
                        <a:pt x="10064" y="5853"/>
                      </a:lnTo>
                      <a:cubicBezTo>
                        <a:pt x="10207" y="5703"/>
                        <a:pt x="10331" y="5534"/>
                        <a:pt x="10416" y="5345"/>
                      </a:cubicBezTo>
                      <a:cubicBezTo>
                        <a:pt x="10596" y="5463"/>
                        <a:pt x="10812" y="5527"/>
                        <a:pt x="11030" y="5527"/>
                      </a:cubicBezTo>
                      <a:cubicBezTo>
                        <a:pt x="11040" y="5527"/>
                        <a:pt x="11051" y="5527"/>
                        <a:pt x="11061" y="5527"/>
                      </a:cubicBezTo>
                      <a:cubicBezTo>
                        <a:pt x="12612" y="5527"/>
                        <a:pt x="12749" y="3552"/>
                        <a:pt x="11478" y="3194"/>
                      </a:cubicBezTo>
                      <a:cubicBezTo>
                        <a:pt x="11543" y="2490"/>
                        <a:pt x="11120" y="1740"/>
                        <a:pt x="10214" y="1740"/>
                      </a:cubicBezTo>
                      <a:cubicBezTo>
                        <a:pt x="10044" y="1740"/>
                        <a:pt x="9875" y="1773"/>
                        <a:pt x="9712" y="1832"/>
                      </a:cubicBezTo>
                      <a:cubicBezTo>
                        <a:pt x="9679" y="971"/>
                        <a:pt x="8969" y="287"/>
                        <a:pt x="8109" y="280"/>
                      </a:cubicBezTo>
                      <a:cubicBezTo>
                        <a:pt x="7744" y="280"/>
                        <a:pt x="7392" y="404"/>
                        <a:pt x="7111" y="639"/>
                      </a:cubicBezTo>
                      <a:cubicBezTo>
                        <a:pt x="6838" y="261"/>
                        <a:pt x="6401" y="0"/>
                        <a:pt x="5795" y="0"/>
                      </a:cubicBezTo>
                      <a:close/>
                    </a:path>
                  </a:pathLst>
                </a:custGeom>
                <a:solidFill>
                  <a:srgbClr val="D4DBE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765" name="Google Shape;765;p38"/>
          <p:cNvSpPr txBox="1"/>
          <p:nvPr/>
        </p:nvSpPr>
        <p:spPr>
          <a:xfrm>
            <a:off x="1986063" y="3363475"/>
            <a:ext cx="16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MARIA EDUARDA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8"/>
          <p:cNvSpPr txBox="1"/>
          <p:nvPr/>
        </p:nvSpPr>
        <p:spPr>
          <a:xfrm>
            <a:off x="3774275" y="3363475"/>
            <a:ext cx="16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JOÃO PEDRO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8"/>
          <p:cNvSpPr txBox="1"/>
          <p:nvPr/>
        </p:nvSpPr>
        <p:spPr>
          <a:xfrm>
            <a:off x="5757663" y="3363475"/>
            <a:ext cx="128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GUSTAVO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8"/>
          <p:cNvSpPr txBox="1"/>
          <p:nvPr/>
        </p:nvSpPr>
        <p:spPr>
          <a:xfrm>
            <a:off x="7464663" y="3363475"/>
            <a:ext cx="144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PEDRO HENRIQUE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39"/>
          <p:cNvGrpSpPr/>
          <p:nvPr/>
        </p:nvGrpSpPr>
        <p:grpSpPr>
          <a:xfrm>
            <a:off x="4601058" y="661742"/>
            <a:ext cx="5300100" cy="554924"/>
            <a:chOff x="3883375" y="989511"/>
            <a:chExt cx="5300100" cy="554924"/>
          </a:xfrm>
        </p:grpSpPr>
        <p:cxnSp>
          <p:nvCxnSpPr>
            <p:cNvPr id="774" name="Google Shape;774;p39"/>
            <p:cNvCxnSpPr/>
            <p:nvPr/>
          </p:nvCxnSpPr>
          <p:spPr>
            <a:xfrm>
              <a:off x="5266675" y="1285050"/>
              <a:ext cx="39168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5" name="Google Shape;775;p39"/>
            <p:cNvSpPr/>
            <p:nvPr/>
          </p:nvSpPr>
          <p:spPr>
            <a:xfrm>
              <a:off x="3883375" y="989511"/>
              <a:ext cx="1477501" cy="554924"/>
            </a:xfrm>
            <a:custGeom>
              <a:rect b="b" l="l" r="r" t="t"/>
              <a:pathLst>
                <a:path extrusionOk="0" fill="none" h="10875" w="28955">
                  <a:moveTo>
                    <a:pt x="0" y="5805"/>
                  </a:moveTo>
                  <a:lnTo>
                    <a:pt x="6805" y="5805"/>
                  </a:lnTo>
                  <a:lnTo>
                    <a:pt x="8840" y="0"/>
                  </a:lnTo>
                  <a:lnTo>
                    <a:pt x="11976" y="10875"/>
                  </a:lnTo>
                  <a:lnTo>
                    <a:pt x="13610" y="5805"/>
                  </a:lnTo>
                  <a:lnTo>
                    <a:pt x="17913" y="5805"/>
                  </a:lnTo>
                  <a:lnTo>
                    <a:pt x="19214" y="1968"/>
                  </a:lnTo>
                  <a:lnTo>
                    <a:pt x="21516" y="9474"/>
                  </a:lnTo>
                  <a:lnTo>
                    <a:pt x="22717" y="5805"/>
                  </a:lnTo>
                  <a:lnTo>
                    <a:pt x="28954" y="5805"/>
                  </a:lnTo>
                </a:path>
              </a:pathLst>
            </a:custGeom>
            <a:noFill/>
            <a:ln cap="rnd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6" name="Google Shape;776;p39"/>
          <p:cNvSpPr txBox="1"/>
          <p:nvPr>
            <p:ph type="title"/>
          </p:nvPr>
        </p:nvSpPr>
        <p:spPr>
          <a:xfrm>
            <a:off x="5647100" y="1654275"/>
            <a:ext cx="25596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NOSSO </a:t>
            </a:r>
            <a:r>
              <a:rPr lang="es">
                <a:solidFill>
                  <a:schemeClr val="accent1"/>
                </a:solidFill>
              </a:rPr>
              <a:t>PARCEIRO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777" name="Google Shape;777;p39"/>
          <p:cNvGrpSpPr/>
          <p:nvPr/>
        </p:nvGrpSpPr>
        <p:grpSpPr>
          <a:xfrm rot="191915">
            <a:off x="586063" y="493771"/>
            <a:ext cx="4935587" cy="4634147"/>
            <a:chOff x="433749" y="398961"/>
            <a:chExt cx="4935301" cy="4633879"/>
          </a:xfrm>
        </p:grpSpPr>
        <p:sp>
          <p:nvSpPr>
            <p:cNvPr id="778" name="Google Shape;778;p39"/>
            <p:cNvSpPr/>
            <p:nvPr/>
          </p:nvSpPr>
          <p:spPr>
            <a:xfrm>
              <a:off x="3107175" y="2388787"/>
              <a:ext cx="2261875" cy="2153850"/>
            </a:xfrm>
            <a:custGeom>
              <a:rect b="b" l="l" r="r" t="t"/>
              <a:pathLst>
                <a:path extrusionOk="0" h="86154" w="90475">
                  <a:moveTo>
                    <a:pt x="19881" y="0"/>
                  </a:moveTo>
                  <a:cubicBezTo>
                    <a:pt x="30716" y="6049"/>
                    <a:pt x="75318" y="24826"/>
                    <a:pt x="84891" y="36292"/>
                  </a:cubicBezTo>
                  <a:cubicBezTo>
                    <a:pt x="94464" y="47758"/>
                    <a:pt x="91466" y="60487"/>
                    <a:pt x="77317" y="68797"/>
                  </a:cubicBezTo>
                  <a:cubicBezTo>
                    <a:pt x="63169" y="77107"/>
                    <a:pt x="12886" y="83261"/>
                    <a:pt x="0" y="86154"/>
                  </a:cubicBezTo>
                </a:path>
              </a:pathLst>
            </a:cu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39"/>
            <p:cNvGrpSpPr/>
            <p:nvPr/>
          </p:nvGrpSpPr>
          <p:grpSpPr>
            <a:xfrm rot="-194090">
              <a:off x="556863" y="487868"/>
              <a:ext cx="3276966" cy="4456065"/>
              <a:chOff x="723597" y="604847"/>
              <a:chExt cx="3081900" cy="4190811"/>
            </a:xfrm>
          </p:grpSpPr>
          <p:sp>
            <p:nvSpPr>
              <p:cNvPr id="780" name="Google Shape;780;p39"/>
              <p:cNvSpPr/>
              <p:nvPr/>
            </p:nvSpPr>
            <p:spPr>
              <a:xfrm>
                <a:off x="723597" y="604847"/>
                <a:ext cx="3081900" cy="3336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1" name="Google Shape;781;p39"/>
              <p:cNvGrpSpPr/>
              <p:nvPr/>
            </p:nvGrpSpPr>
            <p:grpSpPr>
              <a:xfrm>
                <a:off x="2154719" y="903274"/>
                <a:ext cx="1429376" cy="3892384"/>
                <a:chOff x="5584595" y="3144925"/>
                <a:chExt cx="210017" cy="571896"/>
              </a:xfrm>
            </p:grpSpPr>
            <p:sp>
              <p:nvSpPr>
                <p:cNvPr id="782" name="Google Shape;782;p39"/>
                <p:cNvSpPr/>
                <p:nvPr/>
              </p:nvSpPr>
              <p:spPr>
                <a:xfrm>
                  <a:off x="5721100" y="3144925"/>
                  <a:ext cx="72725" cy="35075"/>
                </a:xfrm>
                <a:custGeom>
                  <a:rect b="b" l="l" r="r" t="t"/>
                  <a:pathLst>
                    <a:path extrusionOk="0" h="1403" w="2909">
                      <a:moveTo>
                        <a:pt x="482" y="1"/>
                      </a:moveTo>
                      <a:cubicBezTo>
                        <a:pt x="231" y="1"/>
                        <a:pt x="0" y="231"/>
                        <a:pt x="0" y="482"/>
                      </a:cubicBezTo>
                      <a:lnTo>
                        <a:pt x="0" y="921"/>
                      </a:lnTo>
                      <a:cubicBezTo>
                        <a:pt x="0" y="1193"/>
                        <a:pt x="231" y="1402"/>
                        <a:pt x="482" y="1402"/>
                      </a:cubicBezTo>
                      <a:lnTo>
                        <a:pt x="2428" y="1402"/>
                      </a:lnTo>
                      <a:cubicBezTo>
                        <a:pt x="2700" y="1402"/>
                        <a:pt x="2909" y="1193"/>
                        <a:pt x="2909" y="921"/>
                      </a:cubicBezTo>
                      <a:lnTo>
                        <a:pt x="2909" y="482"/>
                      </a:lnTo>
                      <a:cubicBezTo>
                        <a:pt x="2909" y="231"/>
                        <a:pt x="2700" y="1"/>
                        <a:pt x="24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39"/>
                <p:cNvSpPr/>
                <p:nvPr/>
              </p:nvSpPr>
              <p:spPr>
                <a:xfrm>
                  <a:off x="5721100" y="3192525"/>
                  <a:ext cx="72725" cy="35075"/>
                </a:xfrm>
                <a:custGeom>
                  <a:rect b="b" l="l" r="r" t="t"/>
                  <a:pathLst>
                    <a:path extrusionOk="0" h="1403" w="2909">
                      <a:moveTo>
                        <a:pt x="482" y="1"/>
                      </a:moveTo>
                      <a:cubicBezTo>
                        <a:pt x="231" y="1"/>
                        <a:pt x="0" y="210"/>
                        <a:pt x="0" y="482"/>
                      </a:cubicBezTo>
                      <a:lnTo>
                        <a:pt x="0" y="921"/>
                      </a:lnTo>
                      <a:cubicBezTo>
                        <a:pt x="0" y="1193"/>
                        <a:pt x="231" y="1402"/>
                        <a:pt x="482" y="1402"/>
                      </a:cubicBezTo>
                      <a:lnTo>
                        <a:pt x="2428" y="1402"/>
                      </a:lnTo>
                      <a:cubicBezTo>
                        <a:pt x="2700" y="1402"/>
                        <a:pt x="2909" y="1193"/>
                        <a:pt x="2909" y="921"/>
                      </a:cubicBezTo>
                      <a:lnTo>
                        <a:pt x="2909" y="482"/>
                      </a:lnTo>
                      <a:cubicBezTo>
                        <a:pt x="2909" y="210"/>
                        <a:pt x="2700" y="1"/>
                        <a:pt x="24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" name="Google Shape;784;p39"/>
                <p:cNvSpPr/>
                <p:nvPr/>
              </p:nvSpPr>
              <p:spPr>
                <a:xfrm>
                  <a:off x="5721100" y="3240125"/>
                  <a:ext cx="72725" cy="35075"/>
                </a:xfrm>
                <a:custGeom>
                  <a:rect b="b" l="l" r="r" t="t"/>
                  <a:pathLst>
                    <a:path extrusionOk="0" h="1403" w="2909">
                      <a:moveTo>
                        <a:pt x="482" y="1"/>
                      </a:moveTo>
                      <a:cubicBezTo>
                        <a:pt x="231" y="1"/>
                        <a:pt x="0" y="210"/>
                        <a:pt x="0" y="482"/>
                      </a:cubicBezTo>
                      <a:lnTo>
                        <a:pt x="0" y="921"/>
                      </a:lnTo>
                      <a:cubicBezTo>
                        <a:pt x="0" y="1172"/>
                        <a:pt x="231" y="1403"/>
                        <a:pt x="482" y="1403"/>
                      </a:cubicBezTo>
                      <a:lnTo>
                        <a:pt x="2428" y="1403"/>
                      </a:lnTo>
                      <a:cubicBezTo>
                        <a:pt x="2700" y="1403"/>
                        <a:pt x="2909" y="1172"/>
                        <a:pt x="2909" y="921"/>
                      </a:cubicBezTo>
                      <a:lnTo>
                        <a:pt x="2909" y="482"/>
                      </a:lnTo>
                      <a:cubicBezTo>
                        <a:pt x="2909" y="210"/>
                        <a:pt x="2700" y="1"/>
                        <a:pt x="24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5" name="Google Shape;785;p39"/>
                <p:cNvSpPr/>
                <p:nvPr/>
              </p:nvSpPr>
              <p:spPr>
                <a:xfrm>
                  <a:off x="5721100" y="3287725"/>
                  <a:ext cx="72725" cy="35075"/>
                </a:xfrm>
                <a:custGeom>
                  <a:rect b="b" l="l" r="r" t="t"/>
                  <a:pathLst>
                    <a:path extrusionOk="0" h="1403" w="2909">
                      <a:moveTo>
                        <a:pt x="482" y="1"/>
                      </a:moveTo>
                      <a:cubicBezTo>
                        <a:pt x="231" y="1"/>
                        <a:pt x="0" y="210"/>
                        <a:pt x="0" y="482"/>
                      </a:cubicBezTo>
                      <a:lnTo>
                        <a:pt x="0" y="900"/>
                      </a:lnTo>
                      <a:cubicBezTo>
                        <a:pt x="0" y="1172"/>
                        <a:pt x="231" y="1403"/>
                        <a:pt x="482" y="1403"/>
                      </a:cubicBezTo>
                      <a:lnTo>
                        <a:pt x="2428" y="1403"/>
                      </a:lnTo>
                      <a:cubicBezTo>
                        <a:pt x="2700" y="1403"/>
                        <a:pt x="2909" y="1172"/>
                        <a:pt x="2909" y="900"/>
                      </a:cubicBezTo>
                      <a:lnTo>
                        <a:pt x="2909" y="482"/>
                      </a:lnTo>
                      <a:cubicBezTo>
                        <a:pt x="2909" y="210"/>
                        <a:pt x="2700" y="1"/>
                        <a:pt x="24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" name="Google Shape;786;p39"/>
                <p:cNvSpPr/>
                <p:nvPr/>
              </p:nvSpPr>
              <p:spPr>
                <a:xfrm>
                  <a:off x="5720314" y="3419488"/>
                  <a:ext cx="74298" cy="73899"/>
                </a:xfrm>
                <a:custGeom>
                  <a:rect b="b" l="l" r="r" t="t"/>
                  <a:pathLst>
                    <a:path extrusionOk="0" h="3893" w="3914">
                      <a:moveTo>
                        <a:pt x="1967" y="1"/>
                      </a:moveTo>
                      <a:cubicBezTo>
                        <a:pt x="879" y="1"/>
                        <a:pt x="0" y="859"/>
                        <a:pt x="0" y="1947"/>
                      </a:cubicBezTo>
                      <a:cubicBezTo>
                        <a:pt x="0" y="3035"/>
                        <a:pt x="879" y="3893"/>
                        <a:pt x="1967" y="3893"/>
                      </a:cubicBezTo>
                      <a:cubicBezTo>
                        <a:pt x="3034" y="3893"/>
                        <a:pt x="3913" y="3035"/>
                        <a:pt x="3913" y="1947"/>
                      </a:cubicBezTo>
                      <a:cubicBezTo>
                        <a:pt x="3913" y="859"/>
                        <a:pt x="3034" y="1"/>
                        <a:pt x="196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7" name="Google Shape;787;p39"/>
                <p:cNvSpPr/>
                <p:nvPr/>
              </p:nvSpPr>
              <p:spPr>
                <a:xfrm>
                  <a:off x="5726275" y="3425050"/>
                  <a:ext cx="62775" cy="62775"/>
                </a:xfrm>
                <a:custGeom>
                  <a:rect b="b" l="l" r="r" t="t"/>
                  <a:pathLst>
                    <a:path extrusionOk="0" h="3307" w="3307">
                      <a:moveTo>
                        <a:pt x="1653" y="1"/>
                      </a:moveTo>
                      <a:cubicBezTo>
                        <a:pt x="733" y="1"/>
                        <a:pt x="0" y="733"/>
                        <a:pt x="0" y="1654"/>
                      </a:cubicBezTo>
                      <a:cubicBezTo>
                        <a:pt x="0" y="2574"/>
                        <a:pt x="733" y="3307"/>
                        <a:pt x="1653" y="3307"/>
                      </a:cubicBezTo>
                      <a:cubicBezTo>
                        <a:pt x="2553" y="3307"/>
                        <a:pt x="3306" y="2574"/>
                        <a:pt x="3306" y="1654"/>
                      </a:cubicBezTo>
                      <a:cubicBezTo>
                        <a:pt x="3306" y="733"/>
                        <a:pt x="2553" y="1"/>
                        <a:pt x="165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39"/>
                <p:cNvSpPr/>
                <p:nvPr/>
              </p:nvSpPr>
              <p:spPr>
                <a:xfrm>
                  <a:off x="5584595" y="3648979"/>
                  <a:ext cx="155906" cy="27428"/>
                </a:xfrm>
                <a:custGeom>
                  <a:rect b="b" l="l" r="r" t="t"/>
                  <a:pathLst>
                    <a:path extrusionOk="0" h="1299" w="10170">
                      <a:moveTo>
                        <a:pt x="628" y="1"/>
                      </a:moveTo>
                      <a:cubicBezTo>
                        <a:pt x="293" y="1"/>
                        <a:pt x="0" y="294"/>
                        <a:pt x="0" y="650"/>
                      </a:cubicBezTo>
                      <a:cubicBezTo>
                        <a:pt x="0" y="1005"/>
                        <a:pt x="293" y="1298"/>
                        <a:pt x="628" y="1298"/>
                      </a:cubicBezTo>
                      <a:lnTo>
                        <a:pt x="9520" y="1298"/>
                      </a:lnTo>
                      <a:cubicBezTo>
                        <a:pt x="9876" y="1298"/>
                        <a:pt x="10169" y="1005"/>
                        <a:pt x="10169" y="650"/>
                      </a:cubicBezTo>
                      <a:cubicBezTo>
                        <a:pt x="10169" y="294"/>
                        <a:pt x="9876" y="1"/>
                        <a:pt x="952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39"/>
                <p:cNvSpPr/>
                <p:nvPr/>
              </p:nvSpPr>
              <p:spPr>
                <a:xfrm>
                  <a:off x="5711946" y="3639832"/>
                  <a:ext cx="53600" cy="45665"/>
                </a:xfrm>
                <a:custGeom>
                  <a:rect b="b" l="l" r="r" t="t"/>
                  <a:pathLst>
                    <a:path extrusionOk="0" h="2532" w="2972">
                      <a:moveTo>
                        <a:pt x="1276" y="0"/>
                      </a:moveTo>
                      <a:cubicBezTo>
                        <a:pt x="565" y="0"/>
                        <a:pt x="0" y="565"/>
                        <a:pt x="0" y="1256"/>
                      </a:cubicBezTo>
                      <a:cubicBezTo>
                        <a:pt x="0" y="1967"/>
                        <a:pt x="565" y="2532"/>
                        <a:pt x="1276" y="2532"/>
                      </a:cubicBezTo>
                      <a:lnTo>
                        <a:pt x="1695" y="2532"/>
                      </a:lnTo>
                      <a:cubicBezTo>
                        <a:pt x="2385" y="2532"/>
                        <a:pt x="2971" y="1967"/>
                        <a:pt x="2971" y="1256"/>
                      </a:cubicBezTo>
                      <a:cubicBezTo>
                        <a:pt x="2971" y="565"/>
                        <a:pt x="2385" y="0"/>
                        <a:pt x="169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p39"/>
                <p:cNvSpPr/>
                <p:nvPr/>
              </p:nvSpPr>
              <p:spPr>
                <a:xfrm>
                  <a:off x="5595479" y="3605491"/>
                  <a:ext cx="148174" cy="111330"/>
                </a:xfrm>
                <a:custGeom>
                  <a:rect b="b" l="l" r="r" t="t"/>
                  <a:pathLst>
                    <a:path extrusionOk="0" h="6173" w="8349">
                      <a:moveTo>
                        <a:pt x="4185" y="0"/>
                      </a:moveTo>
                      <a:cubicBezTo>
                        <a:pt x="1862" y="0"/>
                        <a:pt x="0" y="1381"/>
                        <a:pt x="0" y="3076"/>
                      </a:cubicBezTo>
                      <a:cubicBezTo>
                        <a:pt x="0" y="4792"/>
                        <a:pt x="1862" y="6173"/>
                        <a:pt x="4185" y="6173"/>
                      </a:cubicBezTo>
                      <a:cubicBezTo>
                        <a:pt x="6486" y="6173"/>
                        <a:pt x="8349" y="4792"/>
                        <a:pt x="8349" y="3076"/>
                      </a:cubicBezTo>
                      <a:cubicBezTo>
                        <a:pt x="8349" y="1381"/>
                        <a:pt x="6486" y="0"/>
                        <a:pt x="41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791" name="Google Shape;791;p39"/>
          <p:cNvSpPr txBox="1"/>
          <p:nvPr>
            <p:ph idx="1" type="subTitle"/>
          </p:nvPr>
        </p:nvSpPr>
        <p:spPr>
          <a:xfrm>
            <a:off x="5545150" y="2386375"/>
            <a:ext cx="25596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Dra. Danielli Ferraz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Dona de uma clínica médica</a:t>
            </a:r>
            <a:endParaRPr/>
          </a:p>
        </p:txBody>
      </p:sp>
      <p:pic>
        <p:nvPicPr>
          <p:cNvPr id="792" name="Google Shape;792;p39"/>
          <p:cNvPicPr preferRelativeResize="0"/>
          <p:nvPr/>
        </p:nvPicPr>
        <p:blipFill rotWithShape="1">
          <a:blip r:embed="rId3">
            <a:alphaModFix/>
          </a:blip>
          <a:srcRect b="0" l="18179" r="16566" t="0"/>
          <a:stretch/>
        </p:blipFill>
        <p:spPr>
          <a:xfrm>
            <a:off x="880425" y="766275"/>
            <a:ext cx="2205675" cy="30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40"/>
          <p:cNvGrpSpPr/>
          <p:nvPr/>
        </p:nvGrpSpPr>
        <p:grpSpPr>
          <a:xfrm>
            <a:off x="3312365" y="1340340"/>
            <a:ext cx="2506871" cy="3263224"/>
            <a:chOff x="4168150" y="1782550"/>
            <a:chExt cx="826450" cy="1075800"/>
          </a:xfrm>
        </p:grpSpPr>
        <p:sp>
          <p:nvSpPr>
            <p:cNvPr id="798" name="Google Shape;798;p40"/>
            <p:cNvSpPr/>
            <p:nvPr/>
          </p:nvSpPr>
          <p:spPr>
            <a:xfrm>
              <a:off x="4168150" y="1782550"/>
              <a:ext cx="826450" cy="1075800"/>
            </a:xfrm>
            <a:custGeom>
              <a:rect b="b" l="l" r="r" t="t"/>
              <a:pathLst>
                <a:path extrusionOk="0" h="43032" w="33058">
                  <a:moveTo>
                    <a:pt x="0" y="1"/>
                  </a:moveTo>
                  <a:lnTo>
                    <a:pt x="0" y="43031"/>
                  </a:lnTo>
                  <a:lnTo>
                    <a:pt x="33057" y="43031"/>
                  </a:lnTo>
                  <a:lnTo>
                    <a:pt x="330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4546750" y="2033575"/>
              <a:ext cx="71750" cy="45475"/>
            </a:xfrm>
            <a:custGeom>
              <a:rect b="b" l="l" r="r" t="t"/>
              <a:pathLst>
                <a:path extrusionOk="0" h="1819" w="2870">
                  <a:moveTo>
                    <a:pt x="768" y="0"/>
                  </a:moveTo>
                  <a:cubicBezTo>
                    <a:pt x="367" y="0"/>
                    <a:pt x="1" y="367"/>
                    <a:pt x="1" y="767"/>
                  </a:cubicBezTo>
                  <a:cubicBezTo>
                    <a:pt x="1" y="1101"/>
                    <a:pt x="201" y="1368"/>
                    <a:pt x="501" y="1501"/>
                  </a:cubicBezTo>
                  <a:lnTo>
                    <a:pt x="1168" y="1768"/>
                  </a:lnTo>
                  <a:cubicBezTo>
                    <a:pt x="1251" y="1801"/>
                    <a:pt x="1352" y="1818"/>
                    <a:pt x="1452" y="1818"/>
                  </a:cubicBezTo>
                  <a:cubicBezTo>
                    <a:pt x="1552" y="1818"/>
                    <a:pt x="1652" y="1801"/>
                    <a:pt x="1735" y="1768"/>
                  </a:cubicBezTo>
                  <a:lnTo>
                    <a:pt x="2402" y="1501"/>
                  </a:lnTo>
                  <a:cubicBezTo>
                    <a:pt x="2702" y="1368"/>
                    <a:pt x="2869" y="1101"/>
                    <a:pt x="2869" y="767"/>
                  </a:cubicBezTo>
                  <a:cubicBezTo>
                    <a:pt x="2869" y="367"/>
                    <a:pt x="2536" y="0"/>
                    <a:pt x="2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4557600" y="2089450"/>
              <a:ext cx="48375" cy="320250"/>
            </a:xfrm>
            <a:custGeom>
              <a:rect b="b" l="l" r="r" t="t"/>
              <a:pathLst>
                <a:path extrusionOk="0" h="12810" w="1935">
                  <a:moveTo>
                    <a:pt x="968" y="0"/>
                  </a:moveTo>
                  <a:cubicBezTo>
                    <a:pt x="434" y="0"/>
                    <a:pt x="0" y="400"/>
                    <a:pt x="0" y="934"/>
                  </a:cubicBezTo>
                  <a:lnTo>
                    <a:pt x="0" y="11842"/>
                  </a:lnTo>
                  <a:cubicBezTo>
                    <a:pt x="0" y="12376"/>
                    <a:pt x="434" y="12809"/>
                    <a:pt x="968" y="12809"/>
                  </a:cubicBezTo>
                  <a:cubicBezTo>
                    <a:pt x="1501" y="12809"/>
                    <a:pt x="1935" y="12376"/>
                    <a:pt x="1935" y="11842"/>
                  </a:cubicBezTo>
                  <a:lnTo>
                    <a:pt x="1935" y="934"/>
                  </a:lnTo>
                  <a:cubicBezTo>
                    <a:pt x="1935" y="400"/>
                    <a:pt x="1501" y="0"/>
                    <a:pt x="9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40"/>
            <p:cNvSpPr/>
            <p:nvPr/>
          </p:nvSpPr>
          <p:spPr>
            <a:xfrm>
              <a:off x="4615125" y="2054500"/>
              <a:ext cx="137625" cy="73325"/>
            </a:xfrm>
            <a:custGeom>
              <a:rect b="b" l="l" r="r" t="t"/>
              <a:pathLst>
                <a:path extrusionOk="0" h="2933" w="5505">
                  <a:moveTo>
                    <a:pt x="4783" y="1"/>
                  </a:moveTo>
                  <a:cubicBezTo>
                    <a:pt x="4684" y="1"/>
                    <a:pt x="4583" y="34"/>
                    <a:pt x="4504" y="97"/>
                  </a:cubicBezTo>
                  <a:cubicBezTo>
                    <a:pt x="4371" y="264"/>
                    <a:pt x="4337" y="497"/>
                    <a:pt x="4504" y="664"/>
                  </a:cubicBezTo>
                  <a:cubicBezTo>
                    <a:pt x="4571" y="764"/>
                    <a:pt x="4671" y="898"/>
                    <a:pt x="4637" y="998"/>
                  </a:cubicBezTo>
                  <a:cubicBezTo>
                    <a:pt x="4437" y="1498"/>
                    <a:pt x="2269" y="1998"/>
                    <a:pt x="401" y="2132"/>
                  </a:cubicBezTo>
                  <a:cubicBezTo>
                    <a:pt x="168" y="2165"/>
                    <a:pt x="1" y="2365"/>
                    <a:pt x="34" y="2566"/>
                  </a:cubicBezTo>
                  <a:cubicBezTo>
                    <a:pt x="34" y="2766"/>
                    <a:pt x="201" y="2932"/>
                    <a:pt x="434" y="2932"/>
                  </a:cubicBezTo>
                  <a:cubicBezTo>
                    <a:pt x="1469" y="2866"/>
                    <a:pt x="4871" y="2499"/>
                    <a:pt x="5371" y="1265"/>
                  </a:cubicBezTo>
                  <a:cubicBezTo>
                    <a:pt x="5471" y="1031"/>
                    <a:pt x="5505" y="597"/>
                    <a:pt x="5071" y="130"/>
                  </a:cubicBezTo>
                  <a:cubicBezTo>
                    <a:pt x="5001" y="42"/>
                    <a:pt x="4893" y="1"/>
                    <a:pt x="4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4615125" y="2096625"/>
              <a:ext cx="162650" cy="84575"/>
            </a:xfrm>
            <a:custGeom>
              <a:rect b="b" l="l" r="r" t="t"/>
              <a:pathLst>
                <a:path extrusionOk="0" h="3383" w="6506">
                  <a:moveTo>
                    <a:pt x="5717" y="0"/>
                  </a:moveTo>
                  <a:cubicBezTo>
                    <a:pt x="5618" y="0"/>
                    <a:pt x="5517" y="34"/>
                    <a:pt x="5438" y="113"/>
                  </a:cubicBezTo>
                  <a:cubicBezTo>
                    <a:pt x="5271" y="247"/>
                    <a:pt x="5271" y="514"/>
                    <a:pt x="5438" y="647"/>
                  </a:cubicBezTo>
                  <a:cubicBezTo>
                    <a:pt x="5705" y="947"/>
                    <a:pt x="5638" y="1114"/>
                    <a:pt x="5605" y="1147"/>
                  </a:cubicBezTo>
                  <a:cubicBezTo>
                    <a:pt x="5305" y="1915"/>
                    <a:pt x="2336" y="2448"/>
                    <a:pt x="401" y="2615"/>
                  </a:cubicBezTo>
                  <a:cubicBezTo>
                    <a:pt x="168" y="2615"/>
                    <a:pt x="1" y="2815"/>
                    <a:pt x="34" y="3015"/>
                  </a:cubicBezTo>
                  <a:cubicBezTo>
                    <a:pt x="34" y="3249"/>
                    <a:pt x="201" y="3382"/>
                    <a:pt x="434" y="3382"/>
                  </a:cubicBezTo>
                  <a:cubicBezTo>
                    <a:pt x="1335" y="3316"/>
                    <a:pt x="5772" y="2915"/>
                    <a:pt x="6339" y="1448"/>
                  </a:cubicBezTo>
                  <a:cubicBezTo>
                    <a:pt x="6472" y="1147"/>
                    <a:pt x="6505" y="680"/>
                    <a:pt x="6005" y="113"/>
                  </a:cubicBezTo>
                  <a:cubicBezTo>
                    <a:pt x="5935" y="43"/>
                    <a:pt x="5827" y="0"/>
                    <a:pt x="5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4615125" y="2144575"/>
              <a:ext cx="186825" cy="95825"/>
            </a:xfrm>
            <a:custGeom>
              <a:rect b="b" l="l" r="r" t="t"/>
              <a:pathLst>
                <a:path extrusionOk="0" h="3833" w="7473">
                  <a:moveTo>
                    <a:pt x="6639" y="0"/>
                  </a:moveTo>
                  <a:cubicBezTo>
                    <a:pt x="6544" y="0"/>
                    <a:pt x="6451" y="34"/>
                    <a:pt x="6372" y="97"/>
                  </a:cubicBezTo>
                  <a:cubicBezTo>
                    <a:pt x="6205" y="230"/>
                    <a:pt x="6205" y="497"/>
                    <a:pt x="6339" y="664"/>
                  </a:cubicBezTo>
                  <a:cubicBezTo>
                    <a:pt x="6672" y="1031"/>
                    <a:pt x="6606" y="1231"/>
                    <a:pt x="6572" y="1298"/>
                  </a:cubicBezTo>
                  <a:cubicBezTo>
                    <a:pt x="6205" y="2198"/>
                    <a:pt x="2736" y="2865"/>
                    <a:pt x="401" y="3032"/>
                  </a:cubicBezTo>
                  <a:cubicBezTo>
                    <a:pt x="168" y="3065"/>
                    <a:pt x="1" y="3266"/>
                    <a:pt x="34" y="3466"/>
                  </a:cubicBezTo>
                  <a:cubicBezTo>
                    <a:pt x="34" y="3666"/>
                    <a:pt x="201" y="3833"/>
                    <a:pt x="434" y="3833"/>
                  </a:cubicBezTo>
                  <a:cubicBezTo>
                    <a:pt x="1469" y="3766"/>
                    <a:pt x="6639" y="3299"/>
                    <a:pt x="7306" y="1598"/>
                  </a:cubicBezTo>
                  <a:cubicBezTo>
                    <a:pt x="7439" y="1264"/>
                    <a:pt x="7473" y="730"/>
                    <a:pt x="6939" y="130"/>
                  </a:cubicBezTo>
                  <a:cubicBezTo>
                    <a:pt x="6851" y="42"/>
                    <a:pt x="6744" y="0"/>
                    <a:pt x="6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4615125" y="2198775"/>
              <a:ext cx="211025" cy="107500"/>
            </a:xfrm>
            <a:custGeom>
              <a:rect b="b" l="l" r="r" t="t"/>
              <a:pathLst>
                <a:path extrusionOk="0" h="4300" w="8441">
                  <a:moveTo>
                    <a:pt x="7518" y="1"/>
                  </a:moveTo>
                  <a:cubicBezTo>
                    <a:pt x="7419" y="1"/>
                    <a:pt x="7318" y="34"/>
                    <a:pt x="7239" y="97"/>
                  </a:cubicBezTo>
                  <a:cubicBezTo>
                    <a:pt x="7106" y="264"/>
                    <a:pt x="7073" y="497"/>
                    <a:pt x="7239" y="664"/>
                  </a:cubicBezTo>
                  <a:cubicBezTo>
                    <a:pt x="7640" y="1131"/>
                    <a:pt x="7540" y="1364"/>
                    <a:pt x="7506" y="1465"/>
                  </a:cubicBezTo>
                  <a:cubicBezTo>
                    <a:pt x="7073" y="2599"/>
                    <a:pt x="2903" y="3299"/>
                    <a:pt x="401" y="3499"/>
                  </a:cubicBezTo>
                  <a:cubicBezTo>
                    <a:pt x="168" y="3499"/>
                    <a:pt x="1" y="3699"/>
                    <a:pt x="34" y="3933"/>
                  </a:cubicBezTo>
                  <a:cubicBezTo>
                    <a:pt x="34" y="4133"/>
                    <a:pt x="201" y="4300"/>
                    <a:pt x="434" y="4300"/>
                  </a:cubicBezTo>
                  <a:cubicBezTo>
                    <a:pt x="1602" y="4200"/>
                    <a:pt x="7473" y="3666"/>
                    <a:pt x="8240" y="1765"/>
                  </a:cubicBezTo>
                  <a:cubicBezTo>
                    <a:pt x="8407" y="1398"/>
                    <a:pt x="8440" y="831"/>
                    <a:pt x="7806" y="130"/>
                  </a:cubicBezTo>
                  <a:cubicBezTo>
                    <a:pt x="7736" y="42"/>
                    <a:pt x="7628" y="1"/>
                    <a:pt x="7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0"/>
            <p:cNvSpPr/>
            <p:nvPr/>
          </p:nvSpPr>
          <p:spPr>
            <a:xfrm>
              <a:off x="4615125" y="2255475"/>
              <a:ext cx="235200" cy="118350"/>
            </a:xfrm>
            <a:custGeom>
              <a:rect b="b" l="l" r="r" t="t"/>
              <a:pathLst>
                <a:path extrusionOk="0" h="4734" w="9408">
                  <a:moveTo>
                    <a:pt x="8440" y="1"/>
                  </a:moveTo>
                  <a:cubicBezTo>
                    <a:pt x="8346" y="1"/>
                    <a:pt x="8252" y="34"/>
                    <a:pt x="8173" y="97"/>
                  </a:cubicBezTo>
                  <a:cubicBezTo>
                    <a:pt x="8007" y="264"/>
                    <a:pt x="8007" y="497"/>
                    <a:pt x="8140" y="664"/>
                  </a:cubicBezTo>
                  <a:cubicBezTo>
                    <a:pt x="8640" y="1198"/>
                    <a:pt x="8540" y="1498"/>
                    <a:pt x="8474" y="1598"/>
                  </a:cubicBezTo>
                  <a:cubicBezTo>
                    <a:pt x="7973" y="2899"/>
                    <a:pt x="3236" y="3733"/>
                    <a:pt x="401" y="3933"/>
                  </a:cubicBezTo>
                  <a:cubicBezTo>
                    <a:pt x="168" y="3967"/>
                    <a:pt x="1" y="4133"/>
                    <a:pt x="34" y="4367"/>
                  </a:cubicBezTo>
                  <a:cubicBezTo>
                    <a:pt x="34" y="4567"/>
                    <a:pt x="201" y="4734"/>
                    <a:pt x="434" y="4734"/>
                  </a:cubicBezTo>
                  <a:cubicBezTo>
                    <a:pt x="1268" y="4667"/>
                    <a:pt x="8340" y="4100"/>
                    <a:pt x="9207" y="1898"/>
                  </a:cubicBezTo>
                  <a:cubicBezTo>
                    <a:pt x="9374" y="1498"/>
                    <a:pt x="9408" y="898"/>
                    <a:pt x="8740" y="131"/>
                  </a:cubicBezTo>
                  <a:cubicBezTo>
                    <a:pt x="8652" y="42"/>
                    <a:pt x="8546" y="1"/>
                    <a:pt x="8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0"/>
            <p:cNvSpPr/>
            <p:nvPr/>
          </p:nvSpPr>
          <p:spPr>
            <a:xfrm>
              <a:off x="4409975" y="2054500"/>
              <a:ext cx="137625" cy="73325"/>
            </a:xfrm>
            <a:custGeom>
              <a:rect b="b" l="l" r="r" t="t"/>
              <a:pathLst>
                <a:path extrusionOk="0" h="2933" w="5505">
                  <a:moveTo>
                    <a:pt x="723" y="1"/>
                  </a:moveTo>
                  <a:cubicBezTo>
                    <a:pt x="613" y="1"/>
                    <a:pt x="505" y="42"/>
                    <a:pt x="435" y="130"/>
                  </a:cubicBezTo>
                  <a:cubicBezTo>
                    <a:pt x="1" y="597"/>
                    <a:pt x="34" y="1031"/>
                    <a:pt x="134" y="1265"/>
                  </a:cubicBezTo>
                  <a:cubicBezTo>
                    <a:pt x="635" y="2499"/>
                    <a:pt x="4037" y="2866"/>
                    <a:pt x="5071" y="2932"/>
                  </a:cubicBezTo>
                  <a:cubicBezTo>
                    <a:pt x="5305" y="2932"/>
                    <a:pt x="5472" y="2766"/>
                    <a:pt x="5472" y="2566"/>
                  </a:cubicBezTo>
                  <a:cubicBezTo>
                    <a:pt x="5505" y="2365"/>
                    <a:pt x="5338" y="2165"/>
                    <a:pt x="5105" y="2132"/>
                  </a:cubicBezTo>
                  <a:cubicBezTo>
                    <a:pt x="3237" y="1998"/>
                    <a:pt x="1068" y="1498"/>
                    <a:pt x="868" y="998"/>
                  </a:cubicBezTo>
                  <a:cubicBezTo>
                    <a:pt x="835" y="898"/>
                    <a:pt x="935" y="764"/>
                    <a:pt x="1002" y="664"/>
                  </a:cubicBezTo>
                  <a:cubicBezTo>
                    <a:pt x="1168" y="497"/>
                    <a:pt x="1135" y="264"/>
                    <a:pt x="1002" y="97"/>
                  </a:cubicBezTo>
                  <a:cubicBezTo>
                    <a:pt x="923" y="34"/>
                    <a:pt x="822" y="1"/>
                    <a:pt x="7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4384975" y="2096625"/>
              <a:ext cx="162625" cy="84575"/>
            </a:xfrm>
            <a:custGeom>
              <a:rect b="b" l="l" r="r" t="t"/>
              <a:pathLst>
                <a:path extrusionOk="0" h="3383" w="6505">
                  <a:moveTo>
                    <a:pt x="789" y="0"/>
                  </a:moveTo>
                  <a:cubicBezTo>
                    <a:pt x="679" y="0"/>
                    <a:pt x="571" y="43"/>
                    <a:pt x="501" y="113"/>
                  </a:cubicBezTo>
                  <a:cubicBezTo>
                    <a:pt x="0" y="680"/>
                    <a:pt x="34" y="1147"/>
                    <a:pt x="167" y="1448"/>
                  </a:cubicBezTo>
                  <a:cubicBezTo>
                    <a:pt x="734" y="2915"/>
                    <a:pt x="5171" y="3316"/>
                    <a:pt x="6071" y="3382"/>
                  </a:cubicBezTo>
                  <a:cubicBezTo>
                    <a:pt x="6305" y="3382"/>
                    <a:pt x="6472" y="3249"/>
                    <a:pt x="6472" y="3015"/>
                  </a:cubicBezTo>
                  <a:cubicBezTo>
                    <a:pt x="6505" y="2815"/>
                    <a:pt x="6338" y="2615"/>
                    <a:pt x="6105" y="2615"/>
                  </a:cubicBezTo>
                  <a:cubicBezTo>
                    <a:pt x="4170" y="2448"/>
                    <a:pt x="1201" y="1915"/>
                    <a:pt x="901" y="1147"/>
                  </a:cubicBezTo>
                  <a:cubicBezTo>
                    <a:pt x="868" y="1114"/>
                    <a:pt x="801" y="947"/>
                    <a:pt x="1068" y="647"/>
                  </a:cubicBezTo>
                  <a:cubicBezTo>
                    <a:pt x="1234" y="514"/>
                    <a:pt x="1234" y="247"/>
                    <a:pt x="1068" y="113"/>
                  </a:cubicBezTo>
                  <a:cubicBezTo>
                    <a:pt x="989" y="34"/>
                    <a:pt x="888" y="0"/>
                    <a:pt x="7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4360775" y="2144575"/>
              <a:ext cx="186825" cy="95825"/>
            </a:xfrm>
            <a:custGeom>
              <a:rect b="b" l="l" r="r" t="t"/>
              <a:pathLst>
                <a:path extrusionOk="0" h="3833" w="7473">
                  <a:moveTo>
                    <a:pt x="835" y="0"/>
                  </a:moveTo>
                  <a:cubicBezTo>
                    <a:pt x="729" y="0"/>
                    <a:pt x="623" y="42"/>
                    <a:pt x="535" y="130"/>
                  </a:cubicBezTo>
                  <a:cubicBezTo>
                    <a:pt x="1" y="730"/>
                    <a:pt x="34" y="1264"/>
                    <a:pt x="168" y="1598"/>
                  </a:cubicBezTo>
                  <a:cubicBezTo>
                    <a:pt x="835" y="3299"/>
                    <a:pt x="6005" y="3766"/>
                    <a:pt x="7039" y="3833"/>
                  </a:cubicBezTo>
                  <a:cubicBezTo>
                    <a:pt x="7273" y="3833"/>
                    <a:pt x="7440" y="3666"/>
                    <a:pt x="7440" y="3466"/>
                  </a:cubicBezTo>
                  <a:cubicBezTo>
                    <a:pt x="7473" y="3266"/>
                    <a:pt x="7306" y="3065"/>
                    <a:pt x="7073" y="3032"/>
                  </a:cubicBezTo>
                  <a:cubicBezTo>
                    <a:pt x="4738" y="2865"/>
                    <a:pt x="1268" y="2198"/>
                    <a:pt x="902" y="1298"/>
                  </a:cubicBezTo>
                  <a:cubicBezTo>
                    <a:pt x="868" y="1231"/>
                    <a:pt x="801" y="1031"/>
                    <a:pt x="1135" y="664"/>
                  </a:cubicBezTo>
                  <a:cubicBezTo>
                    <a:pt x="1268" y="497"/>
                    <a:pt x="1268" y="230"/>
                    <a:pt x="1102" y="97"/>
                  </a:cubicBezTo>
                  <a:cubicBezTo>
                    <a:pt x="1023" y="34"/>
                    <a:pt x="929" y="0"/>
                    <a:pt x="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0"/>
            <p:cNvSpPr/>
            <p:nvPr/>
          </p:nvSpPr>
          <p:spPr>
            <a:xfrm>
              <a:off x="4336600" y="2198775"/>
              <a:ext cx="211000" cy="107500"/>
            </a:xfrm>
            <a:custGeom>
              <a:rect b="b" l="l" r="r" t="t"/>
              <a:pathLst>
                <a:path extrusionOk="0" h="4300" w="8440">
                  <a:moveTo>
                    <a:pt x="923" y="1"/>
                  </a:moveTo>
                  <a:cubicBezTo>
                    <a:pt x="812" y="1"/>
                    <a:pt x="705" y="42"/>
                    <a:pt x="634" y="130"/>
                  </a:cubicBezTo>
                  <a:cubicBezTo>
                    <a:pt x="1" y="831"/>
                    <a:pt x="34" y="1398"/>
                    <a:pt x="201" y="1765"/>
                  </a:cubicBezTo>
                  <a:cubicBezTo>
                    <a:pt x="968" y="3666"/>
                    <a:pt x="6839" y="4200"/>
                    <a:pt x="8006" y="4300"/>
                  </a:cubicBezTo>
                  <a:cubicBezTo>
                    <a:pt x="8240" y="4300"/>
                    <a:pt x="8407" y="4133"/>
                    <a:pt x="8407" y="3933"/>
                  </a:cubicBezTo>
                  <a:cubicBezTo>
                    <a:pt x="8440" y="3699"/>
                    <a:pt x="8273" y="3499"/>
                    <a:pt x="8040" y="3499"/>
                  </a:cubicBezTo>
                  <a:cubicBezTo>
                    <a:pt x="5538" y="3299"/>
                    <a:pt x="1368" y="2599"/>
                    <a:pt x="935" y="1465"/>
                  </a:cubicBezTo>
                  <a:cubicBezTo>
                    <a:pt x="901" y="1364"/>
                    <a:pt x="801" y="1131"/>
                    <a:pt x="1201" y="664"/>
                  </a:cubicBezTo>
                  <a:cubicBezTo>
                    <a:pt x="1368" y="497"/>
                    <a:pt x="1335" y="264"/>
                    <a:pt x="1201" y="97"/>
                  </a:cubicBezTo>
                  <a:cubicBezTo>
                    <a:pt x="1123" y="34"/>
                    <a:pt x="1022" y="1"/>
                    <a:pt x="9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4312425" y="2255475"/>
              <a:ext cx="235175" cy="118350"/>
            </a:xfrm>
            <a:custGeom>
              <a:rect b="b" l="l" r="r" t="t"/>
              <a:pathLst>
                <a:path extrusionOk="0" h="4734" w="9407">
                  <a:moveTo>
                    <a:pt x="968" y="1"/>
                  </a:moveTo>
                  <a:cubicBezTo>
                    <a:pt x="862" y="1"/>
                    <a:pt x="755" y="42"/>
                    <a:pt x="667" y="131"/>
                  </a:cubicBezTo>
                  <a:cubicBezTo>
                    <a:pt x="0" y="898"/>
                    <a:pt x="34" y="1498"/>
                    <a:pt x="200" y="1898"/>
                  </a:cubicBezTo>
                  <a:cubicBezTo>
                    <a:pt x="1068" y="4100"/>
                    <a:pt x="8139" y="4667"/>
                    <a:pt x="8973" y="4734"/>
                  </a:cubicBezTo>
                  <a:cubicBezTo>
                    <a:pt x="9207" y="4734"/>
                    <a:pt x="9374" y="4567"/>
                    <a:pt x="9374" y="4367"/>
                  </a:cubicBezTo>
                  <a:cubicBezTo>
                    <a:pt x="9407" y="4133"/>
                    <a:pt x="9240" y="3967"/>
                    <a:pt x="9007" y="3933"/>
                  </a:cubicBezTo>
                  <a:cubicBezTo>
                    <a:pt x="6171" y="3733"/>
                    <a:pt x="1435" y="2899"/>
                    <a:pt x="934" y="1598"/>
                  </a:cubicBezTo>
                  <a:cubicBezTo>
                    <a:pt x="867" y="1498"/>
                    <a:pt x="767" y="1198"/>
                    <a:pt x="1268" y="664"/>
                  </a:cubicBezTo>
                  <a:cubicBezTo>
                    <a:pt x="1401" y="497"/>
                    <a:pt x="1401" y="264"/>
                    <a:pt x="1234" y="97"/>
                  </a:cubicBezTo>
                  <a:cubicBezTo>
                    <a:pt x="1156" y="34"/>
                    <a:pt x="1062" y="1"/>
                    <a:pt x="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4557600" y="2419675"/>
              <a:ext cx="48375" cy="32550"/>
            </a:xfrm>
            <a:custGeom>
              <a:rect b="b" l="l" r="r" t="t"/>
              <a:pathLst>
                <a:path extrusionOk="0" h="1302" w="1935">
                  <a:moveTo>
                    <a:pt x="667" y="0"/>
                  </a:moveTo>
                  <a:cubicBezTo>
                    <a:pt x="300" y="0"/>
                    <a:pt x="0" y="301"/>
                    <a:pt x="0" y="634"/>
                  </a:cubicBezTo>
                  <a:cubicBezTo>
                    <a:pt x="0" y="1001"/>
                    <a:pt x="300" y="1301"/>
                    <a:pt x="667" y="1301"/>
                  </a:cubicBezTo>
                  <a:lnTo>
                    <a:pt x="1268" y="1301"/>
                  </a:lnTo>
                  <a:cubicBezTo>
                    <a:pt x="1635" y="1301"/>
                    <a:pt x="1935" y="1001"/>
                    <a:pt x="1935" y="634"/>
                  </a:cubicBezTo>
                  <a:cubicBezTo>
                    <a:pt x="1935" y="301"/>
                    <a:pt x="1635" y="0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0"/>
            <p:cNvSpPr/>
            <p:nvPr/>
          </p:nvSpPr>
          <p:spPr>
            <a:xfrm>
              <a:off x="4557600" y="2462200"/>
              <a:ext cx="48375" cy="32550"/>
            </a:xfrm>
            <a:custGeom>
              <a:rect b="b" l="l" r="r" t="t"/>
              <a:pathLst>
                <a:path extrusionOk="0" h="1302" w="1935">
                  <a:moveTo>
                    <a:pt x="667" y="1"/>
                  </a:moveTo>
                  <a:cubicBezTo>
                    <a:pt x="300" y="1"/>
                    <a:pt x="0" y="301"/>
                    <a:pt x="0" y="634"/>
                  </a:cubicBezTo>
                  <a:cubicBezTo>
                    <a:pt x="0" y="1001"/>
                    <a:pt x="300" y="1302"/>
                    <a:pt x="667" y="1302"/>
                  </a:cubicBezTo>
                  <a:lnTo>
                    <a:pt x="1268" y="1302"/>
                  </a:lnTo>
                  <a:cubicBezTo>
                    <a:pt x="1635" y="1302"/>
                    <a:pt x="1935" y="1001"/>
                    <a:pt x="1935" y="634"/>
                  </a:cubicBezTo>
                  <a:cubicBezTo>
                    <a:pt x="1935" y="301"/>
                    <a:pt x="1635" y="1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4557600" y="2504725"/>
              <a:ext cx="48375" cy="32550"/>
            </a:xfrm>
            <a:custGeom>
              <a:rect b="b" l="l" r="r" t="t"/>
              <a:pathLst>
                <a:path extrusionOk="0" h="1302" w="1935">
                  <a:moveTo>
                    <a:pt x="667" y="1"/>
                  </a:moveTo>
                  <a:cubicBezTo>
                    <a:pt x="300" y="1"/>
                    <a:pt x="0" y="301"/>
                    <a:pt x="0" y="635"/>
                  </a:cubicBezTo>
                  <a:cubicBezTo>
                    <a:pt x="0" y="1002"/>
                    <a:pt x="300" y="1302"/>
                    <a:pt x="667" y="1302"/>
                  </a:cubicBezTo>
                  <a:lnTo>
                    <a:pt x="1268" y="1302"/>
                  </a:lnTo>
                  <a:cubicBezTo>
                    <a:pt x="1635" y="1302"/>
                    <a:pt x="1935" y="1002"/>
                    <a:pt x="1935" y="635"/>
                  </a:cubicBezTo>
                  <a:cubicBezTo>
                    <a:pt x="1935" y="301"/>
                    <a:pt x="1635" y="1"/>
                    <a:pt x="1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0"/>
            <p:cNvSpPr/>
            <p:nvPr/>
          </p:nvSpPr>
          <p:spPr>
            <a:xfrm>
              <a:off x="4375800" y="2514325"/>
              <a:ext cx="414475" cy="93000"/>
            </a:xfrm>
            <a:custGeom>
              <a:rect b="b" l="l" r="r" t="t"/>
              <a:pathLst>
                <a:path extrusionOk="0" h="3720" w="16579">
                  <a:moveTo>
                    <a:pt x="3050" y="1"/>
                  </a:moveTo>
                  <a:cubicBezTo>
                    <a:pt x="2202" y="1"/>
                    <a:pt x="1349" y="312"/>
                    <a:pt x="868" y="918"/>
                  </a:cubicBezTo>
                  <a:cubicBezTo>
                    <a:pt x="0" y="2052"/>
                    <a:pt x="1034" y="3720"/>
                    <a:pt x="1034" y="3720"/>
                  </a:cubicBezTo>
                  <a:lnTo>
                    <a:pt x="15545" y="3720"/>
                  </a:lnTo>
                  <a:cubicBezTo>
                    <a:pt x="15511" y="3720"/>
                    <a:pt x="16579" y="2052"/>
                    <a:pt x="15678" y="918"/>
                  </a:cubicBezTo>
                  <a:cubicBezTo>
                    <a:pt x="15215" y="312"/>
                    <a:pt x="14360" y="1"/>
                    <a:pt x="13512" y="1"/>
                  </a:cubicBezTo>
                  <a:cubicBezTo>
                    <a:pt x="12774" y="1"/>
                    <a:pt x="12041" y="236"/>
                    <a:pt x="11575" y="718"/>
                  </a:cubicBezTo>
                  <a:cubicBezTo>
                    <a:pt x="10659" y="1634"/>
                    <a:pt x="8775" y="1686"/>
                    <a:pt x="8357" y="1686"/>
                  </a:cubicBezTo>
                  <a:cubicBezTo>
                    <a:pt x="8303" y="1686"/>
                    <a:pt x="8273" y="1685"/>
                    <a:pt x="8273" y="1685"/>
                  </a:cubicBezTo>
                  <a:cubicBezTo>
                    <a:pt x="8273" y="1685"/>
                    <a:pt x="8244" y="1686"/>
                    <a:pt x="8190" y="1686"/>
                  </a:cubicBezTo>
                  <a:cubicBezTo>
                    <a:pt x="7778" y="1686"/>
                    <a:pt x="5920" y="1634"/>
                    <a:pt x="5004" y="718"/>
                  </a:cubicBezTo>
                  <a:cubicBezTo>
                    <a:pt x="4523" y="236"/>
                    <a:pt x="3788" y="1"/>
                    <a:pt x="30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0"/>
            <p:cNvSpPr/>
            <p:nvPr/>
          </p:nvSpPr>
          <p:spPr>
            <a:xfrm>
              <a:off x="4459200" y="1922650"/>
              <a:ext cx="122600" cy="122625"/>
            </a:xfrm>
            <a:custGeom>
              <a:rect b="b" l="l" r="r" t="t"/>
              <a:pathLst>
                <a:path extrusionOk="0" fill="none" h="4905" w="4904">
                  <a:moveTo>
                    <a:pt x="4904" y="4904"/>
                  </a:moveTo>
                  <a:lnTo>
                    <a:pt x="801" y="1"/>
                  </a:ln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4287400" y="1837600"/>
              <a:ext cx="155975" cy="25875"/>
            </a:xfrm>
            <a:custGeom>
              <a:rect b="b" l="l" r="r" t="t"/>
              <a:pathLst>
                <a:path extrusionOk="0" h="1035" w="6239">
                  <a:moveTo>
                    <a:pt x="0" y="0"/>
                  </a:moveTo>
                  <a:lnTo>
                    <a:pt x="0" y="1034"/>
                  </a:lnTo>
                  <a:lnTo>
                    <a:pt x="6238" y="1034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4204000" y="1880125"/>
              <a:ext cx="239375" cy="25875"/>
            </a:xfrm>
            <a:custGeom>
              <a:rect b="b" l="l" r="r" t="t"/>
              <a:pathLst>
                <a:path extrusionOk="0" h="1035" w="9575">
                  <a:moveTo>
                    <a:pt x="1" y="0"/>
                  </a:moveTo>
                  <a:lnTo>
                    <a:pt x="1" y="1034"/>
                  </a:lnTo>
                  <a:lnTo>
                    <a:pt x="9574" y="1034"/>
                  </a:lnTo>
                  <a:lnTo>
                    <a:pt x="9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4204000" y="1922650"/>
              <a:ext cx="239375" cy="25875"/>
            </a:xfrm>
            <a:custGeom>
              <a:rect b="b" l="l" r="r" t="t"/>
              <a:pathLst>
                <a:path extrusionOk="0" h="1035" w="9575">
                  <a:moveTo>
                    <a:pt x="1" y="1"/>
                  </a:moveTo>
                  <a:lnTo>
                    <a:pt x="1" y="1035"/>
                  </a:lnTo>
                  <a:lnTo>
                    <a:pt x="9574" y="1035"/>
                  </a:lnTo>
                  <a:lnTo>
                    <a:pt x="95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4204000" y="1965175"/>
              <a:ext cx="239375" cy="25875"/>
            </a:xfrm>
            <a:custGeom>
              <a:rect b="b" l="l" r="r" t="t"/>
              <a:pathLst>
                <a:path extrusionOk="0" h="1035" w="9575">
                  <a:moveTo>
                    <a:pt x="1" y="1"/>
                  </a:moveTo>
                  <a:lnTo>
                    <a:pt x="1" y="1035"/>
                  </a:lnTo>
                  <a:lnTo>
                    <a:pt x="9574" y="1035"/>
                  </a:lnTo>
                  <a:lnTo>
                    <a:pt x="95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4287400" y="2658175"/>
              <a:ext cx="155975" cy="26725"/>
            </a:xfrm>
            <a:custGeom>
              <a:rect b="b" l="l" r="r" t="t"/>
              <a:pathLst>
                <a:path extrusionOk="0" h="1069" w="6239">
                  <a:moveTo>
                    <a:pt x="0" y="1"/>
                  </a:moveTo>
                  <a:lnTo>
                    <a:pt x="0" y="1068"/>
                  </a:lnTo>
                  <a:lnTo>
                    <a:pt x="6238" y="1068"/>
                  </a:lnTo>
                  <a:lnTo>
                    <a:pt x="6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4204000" y="2701550"/>
              <a:ext cx="239375" cy="25875"/>
            </a:xfrm>
            <a:custGeom>
              <a:rect b="b" l="l" r="r" t="t"/>
              <a:pathLst>
                <a:path extrusionOk="0" h="1035" w="9575">
                  <a:moveTo>
                    <a:pt x="1" y="0"/>
                  </a:moveTo>
                  <a:lnTo>
                    <a:pt x="1" y="1034"/>
                  </a:lnTo>
                  <a:lnTo>
                    <a:pt x="9574" y="1034"/>
                  </a:lnTo>
                  <a:lnTo>
                    <a:pt x="9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0"/>
            <p:cNvSpPr/>
            <p:nvPr/>
          </p:nvSpPr>
          <p:spPr>
            <a:xfrm>
              <a:off x="4204000" y="2744075"/>
              <a:ext cx="239375" cy="25875"/>
            </a:xfrm>
            <a:custGeom>
              <a:rect b="b" l="l" r="r" t="t"/>
              <a:pathLst>
                <a:path extrusionOk="0" h="1035" w="9575">
                  <a:moveTo>
                    <a:pt x="1" y="0"/>
                  </a:moveTo>
                  <a:lnTo>
                    <a:pt x="1" y="1034"/>
                  </a:lnTo>
                  <a:lnTo>
                    <a:pt x="9574" y="1034"/>
                  </a:lnTo>
                  <a:lnTo>
                    <a:pt x="9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0"/>
            <p:cNvSpPr/>
            <p:nvPr/>
          </p:nvSpPr>
          <p:spPr>
            <a:xfrm>
              <a:off x="4204000" y="2786600"/>
              <a:ext cx="239375" cy="25875"/>
            </a:xfrm>
            <a:custGeom>
              <a:rect b="b" l="l" r="r" t="t"/>
              <a:pathLst>
                <a:path extrusionOk="0" h="1035" w="9575">
                  <a:moveTo>
                    <a:pt x="1" y="1"/>
                  </a:moveTo>
                  <a:lnTo>
                    <a:pt x="1" y="1035"/>
                  </a:lnTo>
                  <a:lnTo>
                    <a:pt x="9574" y="1035"/>
                  </a:lnTo>
                  <a:lnTo>
                    <a:pt x="95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4808600" y="2658175"/>
              <a:ext cx="155150" cy="26725"/>
            </a:xfrm>
            <a:custGeom>
              <a:rect b="b" l="l" r="r" t="t"/>
              <a:pathLst>
                <a:path extrusionOk="0" h="1069" w="6206">
                  <a:moveTo>
                    <a:pt x="1" y="1"/>
                  </a:moveTo>
                  <a:lnTo>
                    <a:pt x="1" y="1068"/>
                  </a:lnTo>
                  <a:lnTo>
                    <a:pt x="6205" y="1068"/>
                  </a:lnTo>
                  <a:lnTo>
                    <a:pt x="62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0"/>
            <p:cNvSpPr/>
            <p:nvPr/>
          </p:nvSpPr>
          <p:spPr>
            <a:xfrm>
              <a:off x="4725200" y="2701550"/>
              <a:ext cx="238550" cy="25875"/>
            </a:xfrm>
            <a:custGeom>
              <a:rect b="b" l="l" r="r" t="t"/>
              <a:pathLst>
                <a:path extrusionOk="0" h="1035" w="9542">
                  <a:moveTo>
                    <a:pt x="1" y="0"/>
                  </a:moveTo>
                  <a:lnTo>
                    <a:pt x="1" y="1034"/>
                  </a:lnTo>
                  <a:lnTo>
                    <a:pt x="9541" y="1034"/>
                  </a:lnTo>
                  <a:lnTo>
                    <a:pt x="95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4725200" y="2744075"/>
              <a:ext cx="238550" cy="25875"/>
            </a:xfrm>
            <a:custGeom>
              <a:rect b="b" l="l" r="r" t="t"/>
              <a:pathLst>
                <a:path extrusionOk="0" h="1035" w="9542">
                  <a:moveTo>
                    <a:pt x="1" y="0"/>
                  </a:moveTo>
                  <a:lnTo>
                    <a:pt x="1" y="1034"/>
                  </a:lnTo>
                  <a:lnTo>
                    <a:pt x="9541" y="1034"/>
                  </a:lnTo>
                  <a:lnTo>
                    <a:pt x="95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4725200" y="2786600"/>
              <a:ext cx="238550" cy="25875"/>
            </a:xfrm>
            <a:custGeom>
              <a:rect b="b" l="l" r="r" t="t"/>
              <a:pathLst>
                <a:path extrusionOk="0" h="1035" w="9542">
                  <a:moveTo>
                    <a:pt x="1" y="1"/>
                  </a:moveTo>
                  <a:lnTo>
                    <a:pt x="1" y="1035"/>
                  </a:lnTo>
                  <a:lnTo>
                    <a:pt x="9541" y="1035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4808600" y="1837600"/>
              <a:ext cx="155150" cy="25875"/>
            </a:xfrm>
            <a:custGeom>
              <a:rect b="b" l="l" r="r" t="t"/>
              <a:pathLst>
                <a:path extrusionOk="0" h="1035" w="6206">
                  <a:moveTo>
                    <a:pt x="1" y="0"/>
                  </a:moveTo>
                  <a:lnTo>
                    <a:pt x="1" y="1034"/>
                  </a:lnTo>
                  <a:lnTo>
                    <a:pt x="6205" y="1034"/>
                  </a:lnTo>
                  <a:lnTo>
                    <a:pt x="62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4725200" y="1880125"/>
              <a:ext cx="238550" cy="25875"/>
            </a:xfrm>
            <a:custGeom>
              <a:rect b="b" l="l" r="r" t="t"/>
              <a:pathLst>
                <a:path extrusionOk="0" h="1035" w="9542">
                  <a:moveTo>
                    <a:pt x="1" y="0"/>
                  </a:moveTo>
                  <a:lnTo>
                    <a:pt x="1" y="1034"/>
                  </a:lnTo>
                  <a:lnTo>
                    <a:pt x="9541" y="1034"/>
                  </a:lnTo>
                  <a:lnTo>
                    <a:pt x="95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4725200" y="1922650"/>
              <a:ext cx="238550" cy="25875"/>
            </a:xfrm>
            <a:custGeom>
              <a:rect b="b" l="l" r="r" t="t"/>
              <a:pathLst>
                <a:path extrusionOk="0" h="1035" w="9542">
                  <a:moveTo>
                    <a:pt x="1" y="1"/>
                  </a:moveTo>
                  <a:lnTo>
                    <a:pt x="1" y="1035"/>
                  </a:lnTo>
                  <a:lnTo>
                    <a:pt x="9541" y="1035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4725200" y="1965175"/>
              <a:ext cx="238550" cy="25875"/>
            </a:xfrm>
            <a:custGeom>
              <a:rect b="b" l="l" r="r" t="t"/>
              <a:pathLst>
                <a:path extrusionOk="0" h="1035" w="9542">
                  <a:moveTo>
                    <a:pt x="1" y="1"/>
                  </a:moveTo>
                  <a:lnTo>
                    <a:pt x="1" y="1035"/>
                  </a:lnTo>
                  <a:lnTo>
                    <a:pt x="9541" y="1035"/>
                  </a:lnTo>
                  <a:lnTo>
                    <a:pt x="9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4632650" y="1948500"/>
              <a:ext cx="70075" cy="170975"/>
            </a:xfrm>
            <a:custGeom>
              <a:rect b="b" l="l" r="r" t="t"/>
              <a:pathLst>
                <a:path extrusionOk="0" fill="none" h="6839" w="2803">
                  <a:moveTo>
                    <a:pt x="0" y="6839"/>
                  </a:moveTo>
                  <a:lnTo>
                    <a:pt x="1301" y="1"/>
                  </a:lnTo>
                  <a:lnTo>
                    <a:pt x="2802" y="1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4339100" y="2552275"/>
              <a:ext cx="119275" cy="80075"/>
            </a:xfrm>
            <a:custGeom>
              <a:rect b="b" l="l" r="r" t="t"/>
              <a:pathLst>
                <a:path extrusionOk="0" fill="none" h="3203" w="4771">
                  <a:moveTo>
                    <a:pt x="4771" y="0"/>
                  </a:moveTo>
                  <a:lnTo>
                    <a:pt x="1" y="334"/>
                  </a:lnTo>
                  <a:lnTo>
                    <a:pt x="1" y="3203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0"/>
            <p:cNvSpPr/>
            <p:nvPr/>
          </p:nvSpPr>
          <p:spPr>
            <a:xfrm>
              <a:off x="4581775" y="2435525"/>
              <a:ext cx="256875" cy="190150"/>
            </a:xfrm>
            <a:custGeom>
              <a:rect b="b" l="l" r="r" t="t"/>
              <a:pathLst>
                <a:path extrusionOk="0" fill="none" h="7606" w="10275">
                  <a:moveTo>
                    <a:pt x="1" y="0"/>
                  </a:moveTo>
                  <a:lnTo>
                    <a:pt x="9674" y="3169"/>
                  </a:lnTo>
                  <a:lnTo>
                    <a:pt x="10275" y="7606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5" name="Google Shape;835;p4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PROBLEMAS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36" name="Google Shape;836;p40"/>
          <p:cNvSpPr txBox="1"/>
          <p:nvPr/>
        </p:nvSpPr>
        <p:spPr>
          <a:xfrm>
            <a:off x="59000" y="1329750"/>
            <a:ext cx="26718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19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DESCONTROLE DE PACIENTES</a:t>
            </a:r>
            <a:endParaRPr b="0" i="0" sz="19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7" name="Google Shape;837;p40"/>
          <p:cNvSpPr txBox="1"/>
          <p:nvPr/>
        </p:nvSpPr>
        <p:spPr>
          <a:xfrm>
            <a:off x="114600" y="1969975"/>
            <a:ext cx="2601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Dificuldade em guardar e gerenciar as informações de cada paciente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8" name="Google Shape;838;p40"/>
          <p:cNvSpPr txBox="1"/>
          <p:nvPr/>
        </p:nvSpPr>
        <p:spPr>
          <a:xfrm>
            <a:off x="6400800" y="1329753"/>
            <a:ext cx="18288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19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INSEGURANÇA DE HORÁRIOS</a:t>
            </a:r>
            <a:endParaRPr b="0" i="0" sz="19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9" name="Google Shape;839;p40"/>
          <p:cNvSpPr txBox="1"/>
          <p:nvPr/>
        </p:nvSpPr>
        <p:spPr>
          <a:xfrm>
            <a:off x="6416000" y="1969983"/>
            <a:ext cx="2091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Possíveis </a:t>
            </a:r>
            <a:r>
              <a:rPr b="0" i="1" lang="e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double bookings </a:t>
            </a:r>
            <a:r>
              <a:rPr b="0" i="0" lang="e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 </a:t>
            </a:r>
            <a:r>
              <a:rPr b="0" i="1" lang="e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show 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40"/>
          <p:cNvSpPr txBox="1"/>
          <p:nvPr/>
        </p:nvSpPr>
        <p:spPr>
          <a:xfrm>
            <a:off x="144825" y="3055375"/>
            <a:ext cx="2601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19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DESALINHAMENTO DE REGISTROS FINANCEIROS</a:t>
            </a:r>
            <a:endParaRPr b="0" i="0" sz="19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1" name="Google Shape;841;p40"/>
          <p:cNvSpPr txBox="1"/>
          <p:nvPr/>
        </p:nvSpPr>
        <p:spPr>
          <a:xfrm>
            <a:off x="129850" y="3695600"/>
            <a:ext cx="2601000" cy="1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Ausência de organização para realizar o controle de recibos e de pagamentos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40"/>
          <p:cNvSpPr txBox="1"/>
          <p:nvPr/>
        </p:nvSpPr>
        <p:spPr>
          <a:xfrm>
            <a:off x="6385775" y="2674075"/>
            <a:ext cx="2601000" cy="1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19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DESORGANIZAÇÃO PARA ARMAZENAMENTO DE DADOS MÉDICOS</a:t>
            </a:r>
            <a:endParaRPr b="0" i="0" sz="19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3" name="Google Shape;843;p40"/>
          <p:cNvSpPr txBox="1"/>
          <p:nvPr/>
        </p:nvSpPr>
        <p:spPr>
          <a:xfrm>
            <a:off x="6385775" y="3584325"/>
            <a:ext cx="260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Dificuldade em armazenar os dados de cada consulta, como: atestado, pedido médico, etc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4" name="Google Shape;844;p40"/>
          <p:cNvCxnSpPr/>
          <p:nvPr/>
        </p:nvCxnSpPr>
        <p:spPr>
          <a:xfrm>
            <a:off x="2893925" y="1717725"/>
            <a:ext cx="1243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45" name="Google Shape;845;p40"/>
          <p:cNvSpPr/>
          <p:nvPr/>
        </p:nvSpPr>
        <p:spPr>
          <a:xfrm>
            <a:off x="5317250" y="1706975"/>
            <a:ext cx="851613" cy="723498"/>
          </a:xfrm>
          <a:custGeom>
            <a:rect b="b" l="l" r="r" t="t"/>
            <a:pathLst>
              <a:path extrusionOk="0" h="22382" w="45669">
                <a:moveTo>
                  <a:pt x="45669" y="0"/>
                </a:moveTo>
                <a:lnTo>
                  <a:pt x="0" y="0"/>
                </a:lnTo>
                <a:lnTo>
                  <a:pt x="0" y="22382"/>
                </a:ln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oval"/>
          </a:ln>
        </p:spPr>
      </p:sp>
      <p:cxnSp>
        <p:nvCxnSpPr>
          <p:cNvPr id="846" name="Google Shape;846;p40"/>
          <p:cNvCxnSpPr/>
          <p:nvPr/>
        </p:nvCxnSpPr>
        <p:spPr>
          <a:xfrm rot="10800000">
            <a:off x="5509950" y="3189475"/>
            <a:ext cx="747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47" name="Google Shape;847;p40"/>
          <p:cNvSpPr/>
          <p:nvPr/>
        </p:nvSpPr>
        <p:spPr>
          <a:xfrm flipH="1" rot="-5400000">
            <a:off x="3347538" y="1942912"/>
            <a:ext cx="197747" cy="2094172"/>
          </a:xfrm>
          <a:custGeom>
            <a:rect b="b" l="l" r="r" t="t"/>
            <a:pathLst>
              <a:path extrusionOk="0" h="22382" w="45669">
                <a:moveTo>
                  <a:pt x="45669" y="0"/>
                </a:moveTo>
                <a:lnTo>
                  <a:pt x="0" y="0"/>
                </a:lnTo>
                <a:lnTo>
                  <a:pt x="0" y="22382"/>
                </a:ln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oval"/>
          </a:ln>
        </p:spPr>
      </p:sp>
      <p:cxnSp>
        <p:nvCxnSpPr>
          <p:cNvPr id="848" name="Google Shape;848;p40"/>
          <p:cNvCxnSpPr/>
          <p:nvPr/>
        </p:nvCxnSpPr>
        <p:spPr>
          <a:xfrm>
            <a:off x="2756950" y="4603500"/>
            <a:ext cx="6439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1"/>
          <p:cNvSpPr txBox="1"/>
          <p:nvPr>
            <p:ph type="title"/>
          </p:nvPr>
        </p:nvSpPr>
        <p:spPr>
          <a:xfrm>
            <a:off x="2305450" y="3962525"/>
            <a:ext cx="4563900" cy="53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s"/>
              <a:t>Dra. Danielli Ferraz</a:t>
            </a:r>
            <a:endParaRPr/>
          </a:p>
        </p:txBody>
      </p:sp>
      <p:sp>
        <p:nvSpPr>
          <p:cNvPr id="854" name="Google Shape;854;p41"/>
          <p:cNvSpPr txBox="1"/>
          <p:nvPr>
            <p:ph idx="1" type="subTitle"/>
          </p:nvPr>
        </p:nvSpPr>
        <p:spPr>
          <a:xfrm>
            <a:off x="315100" y="910200"/>
            <a:ext cx="8544600" cy="29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2500"/>
              <a:buNone/>
            </a:pPr>
            <a:r>
              <a:rPr lang="es" sz="2500"/>
              <a:t>“Atualmente, eu uso um programa que baixei com um CD, anos atrás, e meu computador é da mesma época. Todas as informações que preciso estão no nele, e, por ser tão antigo, estou sempre com medo dele estragar e eu perder tudo. Por isso, salvo, todos os dias, os dados em arquivos Word e passo para um pendrive.”</a:t>
            </a:r>
            <a:r>
              <a:rPr lang="es"/>
              <a:t> </a:t>
            </a:r>
            <a:endParaRPr/>
          </a:p>
        </p:txBody>
      </p:sp>
      <p:grpSp>
        <p:nvGrpSpPr>
          <p:cNvPr id="855" name="Google Shape;855;p41"/>
          <p:cNvGrpSpPr/>
          <p:nvPr/>
        </p:nvGrpSpPr>
        <p:grpSpPr>
          <a:xfrm flipH="1" rot="10800000">
            <a:off x="836946" y="3313425"/>
            <a:ext cx="642199" cy="930775"/>
            <a:chOff x="2843025" y="2550400"/>
            <a:chExt cx="269775" cy="391000"/>
          </a:xfrm>
        </p:grpSpPr>
        <p:sp>
          <p:nvSpPr>
            <p:cNvPr id="856" name="Google Shape;856;p41"/>
            <p:cNvSpPr/>
            <p:nvPr/>
          </p:nvSpPr>
          <p:spPr>
            <a:xfrm>
              <a:off x="2843025" y="2550425"/>
              <a:ext cx="259150" cy="202300"/>
            </a:xfrm>
            <a:custGeom>
              <a:rect b="b" l="l" r="r" t="t"/>
              <a:pathLst>
                <a:path extrusionOk="0" h="8092" w="10366">
                  <a:moveTo>
                    <a:pt x="8320" y="1"/>
                  </a:moveTo>
                  <a:cubicBezTo>
                    <a:pt x="7956" y="1"/>
                    <a:pt x="7587" y="110"/>
                    <a:pt x="7265" y="337"/>
                  </a:cubicBezTo>
                  <a:lnTo>
                    <a:pt x="1004" y="4836"/>
                  </a:lnTo>
                  <a:cubicBezTo>
                    <a:pt x="183" y="5413"/>
                    <a:pt x="0" y="6538"/>
                    <a:pt x="578" y="7358"/>
                  </a:cubicBezTo>
                  <a:cubicBezTo>
                    <a:pt x="927" y="7836"/>
                    <a:pt x="1487" y="8092"/>
                    <a:pt x="2050" y="8092"/>
                  </a:cubicBezTo>
                  <a:cubicBezTo>
                    <a:pt x="2418" y="8092"/>
                    <a:pt x="2788" y="7982"/>
                    <a:pt x="3101" y="7754"/>
                  </a:cubicBezTo>
                  <a:lnTo>
                    <a:pt x="9362" y="3255"/>
                  </a:lnTo>
                  <a:cubicBezTo>
                    <a:pt x="10183" y="2678"/>
                    <a:pt x="10365" y="1553"/>
                    <a:pt x="9788" y="763"/>
                  </a:cubicBezTo>
                  <a:cubicBezTo>
                    <a:pt x="9437" y="264"/>
                    <a:pt x="8884" y="1"/>
                    <a:pt x="83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1"/>
            <p:cNvSpPr/>
            <p:nvPr/>
          </p:nvSpPr>
          <p:spPr>
            <a:xfrm>
              <a:off x="2943325" y="2550400"/>
              <a:ext cx="158850" cy="139925"/>
            </a:xfrm>
            <a:custGeom>
              <a:rect b="b" l="l" r="r" t="t"/>
              <a:pathLst>
                <a:path extrusionOk="0" h="5597" w="6354">
                  <a:moveTo>
                    <a:pt x="4317" y="0"/>
                  </a:moveTo>
                  <a:cubicBezTo>
                    <a:pt x="3950" y="0"/>
                    <a:pt x="3578" y="110"/>
                    <a:pt x="3253" y="338"/>
                  </a:cubicBezTo>
                  <a:lnTo>
                    <a:pt x="1" y="2679"/>
                  </a:lnTo>
                  <a:lnTo>
                    <a:pt x="2128" y="5596"/>
                  </a:lnTo>
                  <a:lnTo>
                    <a:pt x="5350" y="3256"/>
                  </a:lnTo>
                  <a:cubicBezTo>
                    <a:pt x="6171" y="2679"/>
                    <a:pt x="6353" y="1554"/>
                    <a:pt x="5776" y="733"/>
                  </a:cubicBezTo>
                  <a:cubicBezTo>
                    <a:pt x="5427" y="256"/>
                    <a:pt x="4878" y="0"/>
                    <a:pt x="43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1"/>
            <p:cNvSpPr/>
            <p:nvPr/>
          </p:nvSpPr>
          <p:spPr>
            <a:xfrm>
              <a:off x="2965375" y="2808075"/>
              <a:ext cx="147425" cy="133325"/>
            </a:xfrm>
            <a:custGeom>
              <a:rect b="b" l="l" r="r" t="t"/>
              <a:pathLst>
                <a:path extrusionOk="0" h="5333" w="5897">
                  <a:moveTo>
                    <a:pt x="2961" y="0"/>
                  </a:moveTo>
                  <a:cubicBezTo>
                    <a:pt x="2301" y="0"/>
                    <a:pt x="1641" y="244"/>
                    <a:pt x="1125" y="730"/>
                  </a:cubicBezTo>
                  <a:cubicBezTo>
                    <a:pt x="61" y="1764"/>
                    <a:pt x="0" y="3435"/>
                    <a:pt x="1034" y="4499"/>
                  </a:cubicBezTo>
                  <a:cubicBezTo>
                    <a:pt x="1553" y="5051"/>
                    <a:pt x="2261" y="5332"/>
                    <a:pt x="2970" y="5332"/>
                  </a:cubicBezTo>
                  <a:cubicBezTo>
                    <a:pt x="3629" y="5332"/>
                    <a:pt x="4290" y="5089"/>
                    <a:pt x="4803" y="4591"/>
                  </a:cubicBezTo>
                  <a:cubicBezTo>
                    <a:pt x="5867" y="3587"/>
                    <a:pt x="5897" y="1885"/>
                    <a:pt x="4894" y="821"/>
                  </a:cubicBezTo>
                  <a:cubicBezTo>
                    <a:pt x="4362" y="274"/>
                    <a:pt x="3661" y="0"/>
                    <a:pt x="2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1"/>
            <p:cNvSpPr/>
            <p:nvPr/>
          </p:nvSpPr>
          <p:spPr>
            <a:xfrm>
              <a:off x="2998800" y="2834100"/>
              <a:ext cx="76775" cy="80000"/>
            </a:xfrm>
            <a:custGeom>
              <a:rect b="b" l="l" r="r" t="t"/>
              <a:pathLst>
                <a:path extrusionOk="0" h="3200" w="3071">
                  <a:moveTo>
                    <a:pt x="122" y="1"/>
                  </a:moveTo>
                  <a:cubicBezTo>
                    <a:pt x="92" y="1"/>
                    <a:pt x="61" y="8"/>
                    <a:pt x="31" y="24"/>
                  </a:cubicBezTo>
                  <a:cubicBezTo>
                    <a:pt x="1" y="84"/>
                    <a:pt x="1" y="145"/>
                    <a:pt x="31" y="206"/>
                  </a:cubicBezTo>
                  <a:lnTo>
                    <a:pt x="2858" y="3154"/>
                  </a:lnTo>
                  <a:cubicBezTo>
                    <a:pt x="2888" y="3185"/>
                    <a:pt x="2919" y="3200"/>
                    <a:pt x="2949" y="3200"/>
                  </a:cubicBezTo>
                  <a:cubicBezTo>
                    <a:pt x="2979" y="3200"/>
                    <a:pt x="3010" y="3185"/>
                    <a:pt x="3040" y="3154"/>
                  </a:cubicBezTo>
                  <a:cubicBezTo>
                    <a:pt x="3071" y="3124"/>
                    <a:pt x="3071" y="3033"/>
                    <a:pt x="3040" y="3002"/>
                  </a:cubicBezTo>
                  <a:lnTo>
                    <a:pt x="213" y="24"/>
                  </a:lnTo>
                  <a:cubicBezTo>
                    <a:pt x="183" y="8"/>
                    <a:pt x="153" y="1"/>
                    <a:pt x="1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41"/>
          <p:cNvGrpSpPr/>
          <p:nvPr/>
        </p:nvGrpSpPr>
        <p:grpSpPr>
          <a:xfrm>
            <a:off x="-221225" y="257361"/>
            <a:ext cx="9423225" cy="554924"/>
            <a:chOff x="-239750" y="989511"/>
            <a:chExt cx="9423225" cy="554924"/>
          </a:xfrm>
        </p:grpSpPr>
        <p:cxnSp>
          <p:nvCxnSpPr>
            <p:cNvPr id="861" name="Google Shape;861;p41"/>
            <p:cNvCxnSpPr/>
            <p:nvPr/>
          </p:nvCxnSpPr>
          <p:spPr>
            <a:xfrm>
              <a:off x="5266675" y="1285050"/>
              <a:ext cx="39168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2" name="Google Shape;862;p41"/>
            <p:cNvCxnSpPr/>
            <p:nvPr/>
          </p:nvCxnSpPr>
          <p:spPr>
            <a:xfrm>
              <a:off x="-239750" y="1285050"/>
              <a:ext cx="41844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3" name="Google Shape;863;p41"/>
            <p:cNvSpPr/>
            <p:nvPr/>
          </p:nvSpPr>
          <p:spPr>
            <a:xfrm>
              <a:off x="3883375" y="989511"/>
              <a:ext cx="1477501" cy="554924"/>
            </a:xfrm>
            <a:custGeom>
              <a:rect b="b" l="l" r="r" t="t"/>
              <a:pathLst>
                <a:path extrusionOk="0" fill="none" h="10875" w="28955">
                  <a:moveTo>
                    <a:pt x="0" y="5805"/>
                  </a:moveTo>
                  <a:lnTo>
                    <a:pt x="6805" y="5805"/>
                  </a:lnTo>
                  <a:lnTo>
                    <a:pt x="8840" y="0"/>
                  </a:lnTo>
                  <a:lnTo>
                    <a:pt x="11976" y="10875"/>
                  </a:lnTo>
                  <a:lnTo>
                    <a:pt x="13610" y="5805"/>
                  </a:lnTo>
                  <a:lnTo>
                    <a:pt x="17913" y="5805"/>
                  </a:lnTo>
                  <a:lnTo>
                    <a:pt x="19214" y="1968"/>
                  </a:lnTo>
                  <a:lnTo>
                    <a:pt x="21516" y="9474"/>
                  </a:lnTo>
                  <a:lnTo>
                    <a:pt x="22717" y="5805"/>
                  </a:lnTo>
                  <a:lnTo>
                    <a:pt x="28954" y="5805"/>
                  </a:lnTo>
                </a:path>
              </a:pathLst>
            </a:custGeom>
            <a:noFill/>
            <a:ln cap="rnd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50" y="278212"/>
            <a:ext cx="6116076" cy="45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8500" y="1335688"/>
            <a:ext cx="2442526" cy="26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3"/>
          <p:cNvSpPr txBox="1"/>
          <p:nvPr>
            <p:ph idx="1" type="subTitle"/>
          </p:nvPr>
        </p:nvSpPr>
        <p:spPr>
          <a:xfrm>
            <a:off x="2984150" y="1726050"/>
            <a:ext cx="5464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s"/>
              <a:t>Facilitar o gerenciamento de pacientes, consultas, agendamentos, informações financeiras, etc.</a:t>
            </a:r>
            <a:endParaRPr/>
          </a:p>
        </p:txBody>
      </p:sp>
      <p:sp>
        <p:nvSpPr>
          <p:cNvPr id="875" name="Google Shape;875;p43"/>
          <p:cNvSpPr txBox="1"/>
          <p:nvPr>
            <p:ph type="title"/>
          </p:nvPr>
        </p:nvSpPr>
        <p:spPr>
          <a:xfrm>
            <a:off x="3674025" y="1140975"/>
            <a:ext cx="4926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GERENCIAR INFORMAÇÕES DE FORMA EFICIENTE</a:t>
            </a:r>
            <a:endParaRPr/>
          </a:p>
        </p:txBody>
      </p:sp>
      <p:sp>
        <p:nvSpPr>
          <p:cNvPr id="876" name="Google Shape;876;p43"/>
          <p:cNvSpPr txBox="1"/>
          <p:nvPr>
            <p:ph idx="2" type="title"/>
          </p:nvPr>
        </p:nvSpPr>
        <p:spPr>
          <a:xfrm>
            <a:off x="3032060" y="1108125"/>
            <a:ext cx="13695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01.</a:t>
            </a:r>
            <a:endParaRPr/>
          </a:p>
        </p:txBody>
      </p:sp>
      <p:sp>
        <p:nvSpPr>
          <p:cNvPr id="877" name="Google Shape;877;p43"/>
          <p:cNvSpPr txBox="1"/>
          <p:nvPr>
            <p:ph idx="6" type="title"/>
          </p:nvPr>
        </p:nvSpPr>
        <p:spPr>
          <a:xfrm>
            <a:off x="3721925" y="3971875"/>
            <a:ext cx="4726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SIMPLIFICAR A INTERAÇÃO COM O SISTEMA</a:t>
            </a:r>
            <a:endParaRPr/>
          </a:p>
        </p:txBody>
      </p:sp>
      <p:sp>
        <p:nvSpPr>
          <p:cNvPr id="878" name="Google Shape;878;p43"/>
          <p:cNvSpPr txBox="1"/>
          <p:nvPr>
            <p:ph idx="7" type="title"/>
          </p:nvPr>
        </p:nvSpPr>
        <p:spPr>
          <a:xfrm>
            <a:off x="3054674" y="3939025"/>
            <a:ext cx="712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03.</a:t>
            </a:r>
            <a:endParaRPr/>
          </a:p>
        </p:txBody>
      </p:sp>
      <p:sp>
        <p:nvSpPr>
          <p:cNvPr id="879" name="Google Shape;879;p43"/>
          <p:cNvSpPr txBox="1"/>
          <p:nvPr>
            <p:ph idx="8" type="subTitle"/>
          </p:nvPr>
        </p:nvSpPr>
        <p:spPr>
          <a:xfrm>
            <a:off x="3032050" y="4532425"/>
            <a:ext cx="5391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Proporcionar um sistema simples, intuitivo e estruturado, para permitir um uso dinâmico e eficiente.</a:t>
            </a:r>
            <a:endParaRPr/>
          </a:p>
        </p:txBody>
      </p:sp>
      <p:sp>
        <p:nvSpPr>
          <p:cNvPr id="880" name="Google Shape;880;p43"/>
          <p:cNvSpPr txBox="1"/>
          <p:nvPr>
            <p:ph idx="15" type="title"/>
          </p:nvPr>
        </p:nvSpPr>
        <p:spPr>
          <a:xfrm>
            <a:off x="1963350" y="510900"/>
            <a:ext cx="521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VISÃO GERAL DA </a:t>
            </a:r>
            <a:r>
              <a:rPr lang="es">
                <a:solidFill>
                  <a:schemeClr val="accent1"/>
                </a:solidFill>
              </a:rPr>
              <a:t>SOLUÇÃO PROPOSTA</a:t>
            </a:r>
            <a:endParaRPr sz="2600">
              <a:solidFill>
                <a:schemeClr val="accent1"/>
              </a:solidFill>
            </a:endParaRPr>
          </a:p>
        </p:txBody>
      </p:sp>
      <p:grpSp>
        <p:nvGrpSpPr>
          <p:cNvPr id="881" name="Google Shape;881;p43"/>
          <p:cNvGrpSpPr/>
          <p:nvPr/>
        </p:nvGrpSpPr>
        <p:grpSpPr>
          <a:xfrm rot="939943">
            <a:off x="-366214" y="406128"/>
            <a:ext cx="3114768" cy="4878823"/>
            <a:chOff x="899849" y="1535896"/>
            <a:chExt cx="1664482" cy="2607166"/>
          </a:xfrm>
        </p:grpSpPr>
        <p:sp>
          <p:nvSpPr>
            <p:cNvPr id="882" name="Google Shape;882;p43"/>
            <p:cNvSpPr/>
            <p:nvPr/>
          </p:nvSpPr>
          <p:spPr>
            <a:xfrm rot="1273292">
              <a:off x="2223188" y="2919673"/>
              <a:ext cx="297488" cy="296939"/>
            </a:xfrm>
            <a:custGeom>
              <a:rect b="b" l="l" r="r" t="t"/>
              <a:pathLst>
                <a:path extrusionOk="0" h="15674" w="15703">
                  <a:moveTo>
                    <a:pt x="7677" y="1"/>
                  </a:moveTo>
                  <a:cubicBezTo>
                    <a:pt x="3299" y="1"/>
                    <a:pt x="1" y="3649"/>
                    <a:pt x="1" y="8027"/>
                  </a:cubicBezTo>
                  <a:cubicBezTo>
                    <a:pt x="1" y="12404"/>
                    <a:pt x="3299" y="15673"/>
                    <a:pt x="7677" y="15673"/>
                  </a:cubicBezTo>
                  <a:cubicBezTo>
                    <a:pt x="12054" y="15673"/>
                    <a:pt x="15702" y="12404"/>
                    <a:pt x="15702" y="8027"/>
                  </a:cubicBezTo>
                  <a:cubicBezTo>
                    <a:pt x="15702" y="3649"/>
                    <a:pt x="12054" y="1"/>
                    <a:pt x="76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43"/>
            <p:cNvSpPr/>
            <p:nvPr/>
          </p:nvSpPr>
          <p:spPr>
            <a:xfrm rot="1273292">
              <a:off x="1052489" y="1700419"/>
              <a:ext cx="1105839" cy="1050539"/>
            </a:xfrm>
            <a:custGeom>
              <a:rect b="b" l="l" r="r" t="t"/>
              <a:pathLst>
                <a:path extrusionOk="0" h="55453" w="58372">
                  <a:moveTo>
                    <a:pt x="16782" y="0"/>
                  </a:moveTo>
                  <a:lnTo>
                    <a:pt x="7297" y="1810"/>
                  </a:lnTo>
                  <a:cubicBezTo>
                    <a:pt x="5108" y="2189"/>
                    <a:pt x="2919" y="3648"/>
                    <a:pt x="1460" y="5458"/>
                  </a:cubicBezTo>
                  <a:cubicBezTo>
                    <a:pt x="380" y="7647"/>
                    <a:pt x="1" y="9836"/>
                    <a:pt x="380" y="12404"/>
                  </a:cubicBezTo>
                  <a:lnTo>
                    <a:pt x="9866" y="48886"/>
                  </a:lnTo>
                  <a:cubicBezTo>
                    <a:pt x="10595" y="52534"/>
                    <a:pt x="14243" y="55452"/>
                    <a:pt x="17891" y="55452"/>
                  </a:cubicBezTo>
                  <a:lnTo>
                    <a:pt x="40131" y="55452"/>
                  </a:lnTo>
                  <a:cubicBezTo>
                    <a:pt x="44158" y="55452"/>
                    <a:pt x="47806" y="52534"/>
                    <a:pt x="48536" y="48886"/>
                  </a:cubicBezTo>
                  <a:lnTo>
                    <a:pt x="58021" y="12404"/>
                  </a:lnTo>
                  <a:cubicBezTo>
                    <a:pt x="58371" y="9836"/>
                    <a:pt x="58021" y="7647"/>
                    <a:pt x="56912" y="5458"/>
                  </a:cubicBezTo>
                  <a:cubicBezTo>
                    <a:pt x="55453" y="3648"/>
                    <a:pt x="53264" y="2189"/>
                    <a:pt x="51075" y="1810"/>
                  </a:cubicBezTo>
                  <a:lnTo>
                    <a:pt x="41590" y="0"/>
                  </a:lnTo>
                  <a:cubicBezTo>
                    <a:pt x="41240" y="0"/>
                    <a:pt x="40860" y="351"/>
                    <a:pt x="40860" y="730"/>
                  </a:cubicBezTo>
                  <a:cubicBezTo>
                    <a:pt x="40860" y="1080"/>
                    <a:pt x="41240" y="1460"/>
                    <a:pt x="41590" y="1460"/>
                  </a:cubicBezTo>
                  <a:lnTo>
                    <a:pt x="50725" y="2919"/>
                  </a:lnTo>
                  <a:cubicBezTo>
                    <a:pt x="52914" y="3269"/>
                    <a:pt x="54373" y="4378"/>
                    <a:pt x="55453" y="6188"/>
                  </a:cubicBezTo>
                  <a:cubicBezTo>
                    <a:pt x="56912" y="8026"/>
                    <a:pt x="56912" y="9836"/>
                    <a:pt x="56562" y="12025"/>
                  </a:cubicBezTo>
                  <a:lnTo>
                    <a:pt x="47427" y="48506"/>
                  </a:lnTo>
                  <a:cubicBezTo>
                    <a:pt x="46697" y="51804"/>
                    <a:pt x="43779" y="53993"/>
                    <a:pt x="40131" y="53993"/>
                  </a:cubicBezTo>
                  <a:lnTo>
                    <a:pt x="17891" y="53993"/>
                  </a:lnTo>
                  <a:cubicBezTo>
                    <a:pt x="14594" y="53993"/>
                    <a:pt x="11675" y="51804"/>
                    <a:pt x="10945" y="48506"/>
                  </a:cubicBezTo>
                  <a:lnTo>
                    <a:pt x="1840" y="12025"/>
                  </a:lnTo>
                  <a:cubicBezTo>
                    <a:pt x="1460" y="9836"/>
                    <a:pt x="1460" y="8026"/>
                    <a:pt x="2569" y="6188"/>
                  </a:cubicBezTo>
                  <a:cubicBezTo>
                    <a:pt x="4029" y="4378"/>
                    <a:pt x="5488" y="3269"/>
                    <a:pt x="7677" y="2919"/>
                  </a:cubicBezTo>
                  <a:lnTo>
                    <a:pt x="16782" y="1460"/>
                  </a:lnTo>
                  <a:cubicBezTo>
                    <a:pt x="17162" y="1460"/>
                    <a:pt x="17512" y="1080"/>
                    <a:pt x="17512" y="730"/>
                  </a:cubicBezTo>
                  <a:cubicBezTo>
                    <a:pt x="17512" y="351"/>
                    <a:pt x="17162" y="0"/>
                    <a:pt x="16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43"/>
            <p:cNvSpPr/>
            <p:nvPr/>
          </p:nvSpPr>
          <p:spPr>
            <a:xfrm rot="1273292">
              <a:off x="2292297" y="2988783"/>
              <a:ext cx="159268" cy="158700"/>
            </a:xfrm>
            <a:custGeom>
              <a:rect b="b" l="l" r="r" t="t"/>
              <a:pathLst>
                <a:path extrusionOk="0" h="8377" w="8407">
                  <a:moveTo>
                    <a:pt x="4029" y="1"/>
                  </a:moveTo>
                  <a:cubicBezTo>
                    <a:pt x="1840" y="1"/>
                    <a:pt x="1" y="1810"/>
                    <a:pt x="1" y="4379"/>
                  </a:cubicBezTo>
                  <a:cubicBezTo>
                    <a:pt x="1" y="6568"/>
                    <a:pt x="1840" y="8377"/>
                    <a:pt x="4029" y="8377"/>
                  </a:cubicBezTo>
                  <a:cubicBezTo>
                    <a:pt x="6568" y="8377"/>
                    <a:pt x="8406" y="6568"/>
                    <a:pt x="8406" y="4379"/>
                  </a:cubicBezTo>
                  <a:cubicBezTo>
                    <a:pt x="8406" y="1810"/>
                    <a:pt x="6568" y="1"/>
                    <a:pt x="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43"/>
            <p:cNvSpPr/>
            <p:nvPr/>
          </p:nvSpPr>
          <p:spPr>
            <a:xfrm rot="1273292">
              <a:off x="2330512" y="3084648"/>
              <a:ext cx="159249" cy="152069"/>
            </a:xfrm>
            <a:custGeom>
              <a:rect b="b" l="l" r="r" t="t"/>
              <a:pathLst>
                <a:path extrusionOk="0" h="8027" w="8406">
                  <a:moveTo>
                    <a:pt x="380" y="8026"/>
                  </a:moveTo>
                  <a:lnTo>
                    <a:pt x="380" y="8026"/>
                  </a:lnTo>
                  <a:lnTo>
                    <a:pt x="380" y="8026"/>
                  </a:lnTo>
                  <a:close/>
                  <a:moveTo>
                    <a:pt x="380" y="8026"/>
                  </a:moveTo>
                  <a:lnTo>
                    <a:pt x="380" y="8026"/>
                  </a:lnTo>
                  <a:lnTo>
                    <a:pt x="380" y="8026"/>
                  </a:lnTo>
                  <a:close/>
                  <a:moveTo>
                    <a:pt x="380" y="8026"/>
                  </a:moveTo>
                  <a:lnTo>
                    <a:pt x="380" y="8026"/>
                  </a:lnTo>
                  <a:lnTo>
                    <a:pt x="380" y="8026"/>
                  </a:lnTo>
                  <a:close/>
                  <a:moveTo>
                    <a:pt x="380" y="8026"/>
                  </a:moveTo>
                  <a:lnTo>
                    <a:pt x="380" y="8026"/>
                  </a:lnTo>
                  <a:lnTo>
                    <a:pt x="380" y="8026"/>
                  </a:lnTo>
                  <a:close/>
                  <a:moveTo>
                    <a:pt x="0" y="8026"/>
                  </a:moveTo>
                  <a:lnTo>
                    <a:pt x="0" y="8026"/>
                  </a:lnTo>
                  <a:lnTo>
                    <a:pt x="0" y="8026"/>
                  </a:lnTo>
                  <a:close/>
                  <a:moveTo>
                    <a:pt x="8405" y="380"/>
                  </a:moveTo>
                  <a:lnTo>
                    <a:pt x="8405" y="380"/>
                  </a:lnTo>
                  <a:lnTo>
                    <a:pt x="8405" y="380"/>
                  </a:lnTo>
                  <a:close/>
                  <a:moveTo>
                    <a:pt x="8405" y="380"/>
                  </a:moveTo>
                  <a:lnTo>
                    <a:pt x="8405" y="380"/>
                  </a:lnTo>
                  <a:lnTo>
                    <a:pt x="8405" y="380"/>
                  </a:lnTo>
                  <a:close/>
                  <a:moveTo>
                    <a:pt x="8405" y="380"/>
                  </a:moveTo>
                  <a:lnTo>
                    <a:pt x="8405" y="380"/>
                  </a:lnTo>
                  <a:lnTo>
                    <a:pt x="8405" y="380"/>
                  </a:lnTo>
                  <a:close/>
                  <a:moveTo>
                    <a:pt x="8405" y="0"/>
                  </a:moveTo>
                  <a:lnTo>
                    <a:pt x="8405" y="0"/>
                  </a:lnTo>
                  <a:lnTo>
                    <a:pt x="8405" y="0"/>
                  </a:lnTo>
                  <a:close/>
                  <a:moveTo>
                    <a:pt x="8405" y="0"/>
                  </a:moveTo>
                  <a:lnTo>
                    <a:pt x="8405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43"/>
            <p:cNvSpPr/>
            <p:nvPr/>
          </p:nvSpPr>
          <p:spPr>
            <a:xfrm rot="1273292">
              <a:off x="2226439" y="2940742"/>
              <a:ext cx="290289" cy="276479"/>
            </a:xfrm>
            <a:custGeom>
              <a:rect b="b" l="l" r="r" t="t"/>
              <a:pathLst>
                <a:path extrusionOk="0" h="14594" w="15323">
                  <a:moveTo>
                    <a:pt x="10945" y="1"/>
                  </a:moveTo>
                  <a:cubicBezTo>
                    <a:pt x="10945" y="380"/>
                    <a:pt x="11295" y="730"/>
                    <a:pt x="11295" y="1110"/>
                  </a:cubicBezTo>
                  <a:cubicBezTo>
                    <a:pt x="13134" y="2569"/>
                    <a:pt x="14213" y="4378"/>
                    <a:pt x="14213" y="6947"/>
                  </a:cubicBezTo>
                  <a:cubicBezTo>
                    <a:pt x="14213" y="10595"/>
                    <a:pt x="11295" y="13864"/>
                    <a:pt x="7297" y="13864"/>
                  </a:cubicBezTo>
                  <a:cubicBezTo>
                    <a:pt x="4378" y="13864"/>
                    <a:pt x="1810" y="11675"/>
                    <a:pt x="1080" y="9136"/>
                  </a:cubicBezTo>
                  <a:cubicBezTo>
                    <a:pt x="730" y="9136"/>
                    <a:pt x="350" y="9136"/>
                    <a:pt x="0" y="8756"/>
                  </a:cubicBezTo>
                  <a:lnTo>
                    <a:pt x="0" y="8756"/>
                  </a:lnTo>
                  <a:cubicBezTo>
                    <a:pt x="730" y="12054"/>
                    <a:pt x="3648" y="14593"/>
                    <a:pt x="6917" y="14593"/>
                  </a:cubicBezTo>
                  <a:lnTo>
                    <a:pt x="7297" y="14593"/>
                  </a:lnTo>
                  <a:cubicBezTo>
                    <a:pt x="11674" y="14593"/>
                    <a:pt x="15322" y="11324"/>
                    <a:pt x="15322" y="6947"/>
                  </a:cubicBezTo>
                  <a:lnTo>
                    <a:pt x="15322" y="6567"/>
                  </a:lnTo>
                  <a:cubicBezTo>
                    <a:pt x="14943" y="3649"/>
                    <a:pt x="13484" y="1110"/>
                    <a:pt x="10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43"/>
            <p:cNvSpPr/>
            <p:nvPr/>
          </p:nvSpPr>
          <p:spPr>
            <a:xfrm rot="1273292">
              <a:off x="2245617" y="2961408"/>
              <a:ext cx="248819" cy="241639"/>
            </a:xfrm>
            <a:custGeom>
              <a:rect b="b" l="l" r="r" t="t"/>
              <a:pathLst>
                <a:path extrusionOk="0" h="12755" w="13134">
                  <a:moveTo>
                    <a:pt x="10215" y="1"/>
                  </a:moveTo>
                  <a:cubicBezTo>
                    <a:pt x="10215" y="1080"/>
                    <a:pt x="10215" y="2540"/>
                    <a:pt x="9865" y="3649"/>
                  </a:cubicBezTo>
                  <a:cubicBezTo>
                    <a:pt x="10215" y="4378"/>
                    <a:pt x="10594" y="5108"/>
                    <a:pt x="10594" y="5838"/>
                  </a:cubicBezTo>
                  <a:cubicBezTo>
                    <a:pt x="10594" y="8027"/>
                    <a:pt x="8756" y="9836"/>
                    <a:pt x="6217" y="9836"/>
                  </a:cubicBezTo>
                  <a:cubicBezTo>
                    <a:pt x="5108" y="9836"/>
                    <a:pt x="3648" y="9486"/>
                    <a:pt x="2919" y="8377"/>
                  </a:cubicBezTo>
                  <a:lnTo>
                    <a:pt x="2568" y="8377"/>
                  </a:lnTo>
                  <a:cubicBezTo>
                    <a:pt x="1459" y="8377"/>
                    <a:pt x="730" y="8377"/>
                    <a:pt x="0" y="8027"/>
                  </a:cubicBezTo>
                  <a:lnTo>
                    <a:pt x="0" y="8027"/>
                  </a:lnTo>
                  <a:cubicBezTo>
                    <a:pt x="730" y="10566"/>
                    <a:pt x="3298" y="12755"/>
                    <a:pt x="6217" y="12755"/>
                  </a:cubicBezTo>
                  <a:cubicBezTo>
                    <a:pt x="10215" y="12755"/>
                    <a:pt x="13133" y="9486"/>
                    <a:pt x="13133" y="5838"/>
                  </a:cubicBezTo>
                  <a:cubicBezTo>
                    <a:pt x="13133" y="3269"/>
                    <a:pt x="12054" y="1460"/>
                    <a:pt x="10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43"/>
            <p:cNvSpPr/>
            <p:nvPr/>
          </p:nvSpPr>
          <p:spPr>
            <a:xfrm rot="1273292">
              <a:off x="2298151" y="3031348"/>
              <a:ext cx="145438" cy="117230"/>
            </a:xfrm>
            <a:custGeom>
              <a:rect b="b" l="l" r="r" t="t"/>
              <a:pathLst>
                <a:path extrusionOk="0" h="6188" w="7677">
                  <a:moveTo>
                    <a:pt x="6947" y="1"/>
                  </a:moveTo>
                  <a:cubicBezTo>
                    <a:pt x="6567" y="1081"/>
                    <a:pt x="6217" y="2190"/>
                    <a:pt x="4758" y="3269"/>
                  </a:cubicBezTo>
                  <a:cubicBezTo>
                    <a:pt x="3299" y="4379"/>
                    <a:pt x="1839" y="4729"/>
                    <a:pt x="1" y="4729"/>
                  </a:cubicBezTo>
                  <a:cubicBezTo>
                    <a:pt x="730" y="5838"/>
                    <a:pt x="2190" y="6188"/>
                    <a:pt x="3299" y="6188"/>
                  </a:cubicBezTo>
                  <a:cubicBezTo>
                    <a:pt x="5838" y="6188"/>
                    <a:pt x="7676" y="4379"/>
                    <a:pt x="7676" y="2190"/>
                  </a:cubicBezTo>
                  <a:cubicBezTo>
                    <a:pt x="7676" y="1460"/>
                    <a:pt x="7297" y="730"/>
                    <a:pt x="6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3"/>
            <p:cNvSpPr/>
            <p:nvPr/>
          </p:nvSpPr>
          <p:spPr>
            <a:xfrm rot="1273292">
              <a:off x="1156789" y="2820969"/>
              <a:ext cx="1071549" cy="1167750"/>
            </a:xfrm>
            <a:custGeom>
              <a:rect b="b" l="l" r="r" t="t"/>
              <a:pathLst>
                <a:path extrusionOk="0" h="61640" w="56562">
                  <a:moveTo>
                    <a:pt x="1460" y="0"/>
                  </a:moveTo>
                  <a:cubicBezTo>
                    <a:pt x="731" y="0"/>
                    <a:pt x="1" y="730"/>
                    <a:pt x="1" y="1460"/>
                  </a:cubicBezTo>
                  <a:lnTo>
                    <a:pt x="1" y="33184"/>
                  </a:lnTo>
                  <a:cubicBezTo>
                    <a:pt x="1" y="48886"/>
                    <a:pt x="12784" y="61640"/>
                    <a:pt x="28456" y="61640"/>
                  </a:cubicBezTo>
                  <a:cubicBezTo>
                    <a:pt x="43779" y="61640"/>
                    <a:pt x="56562" y="48886"/>
                    <a:pt x="56562" y="33184"/>
                  </a:cubicBezTo>
                  <a:lnTo>
                    <a:pt x="56562" y="1460"/>
                  </a:lnTo>
                  <a:cubicBezTo>
                    <a:pt x="56562" y="730"/>
                    <a:pt x="55832" y="0"/>
                    <a:pt x="55103" y="0"/>
                  </a:cubicBezTo>
                  <a:cubicBezTo>
                    <a:pt x="54373" y="0"/>
                    <a:pt x="53994" y="730"/>
                    <a:pt x="53994" y="1460"/>
                  </a:cubicBezTo>
                  <a:lnTo>
                    <a:pt x="53994" y="33184"/>
                  </a:lnTo>
                  <a:cubicBezTo>
                    <a:pt x="53994" y="47426"/>
                    <a:pt x="42319" y="58721"/>
                    <a:pt x="28456" y="58721"/>
                  </a:cubicBezTo>
                  <a:cubicBezTo>
                    <a:pt x="14243" y="58721"/>
                    <a:pt x="2919" y="47426"/>
                    <a:pt x="2919" y="33184"/>
                  </a:cubicBezTo>
                  <a:lnTo>
                    <a:pt x="2919" y="1460"/>
                  </a:lnTo>
                  <a:cubicBezTo>
                    <a:pt x="2919" y="730"/>
                    <a:pt x="2190" y="0"/>
                    <a:pt x="14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43"/>
            <p:cNvSpPr/>
            <p:nvPr/>
          </p:nvSpPr>
          <p:spPr>
            <a:xfrm rot="1273292">
              <a:off x="1233891" y="2674859"/>
              <a:ext cx="373229" cy="55300"/>
            </a:xfrm>
            <a:custGeom>
              <a:rect b="b" l="l" r="r" t="t"/>
              <a:pathLst>
                <a:path extrusionOk="0" h="2919" w="19701">
                  <a:moveTo>
                    <a:pt x="1460" y="0"/>
                  </a:moveTo>
                  <a:cubicBezTo>
                    <a:pt x="730" y="0"/>
                    <a:pt x="1" y="730"/>
                    <a:pt x="1" y="1460"/>
                  </a:cubicBezTo>
                  <a:cubicBezTo>
                    <a:pt x="1" y="2189"/>
                    <a:pt x="730" y="2919"/>
                    <a:pt x="1460" y="2919"/>
                  </a:cubicBezTo>
                  <a:lnTo>
                    <a:pt x="18241" y="2919"/>
                  </a:lnTo>
                  <a:cubicBezTo>
                    <a:pt x="18971" y="2919"/>
                    <a:pt x="19701" y="2189"/>
                    <a:pt x="19701" y="1460"/>
                  </a:cubicBezTo>
                  <a:cubicBezTo>
                    <a:pt x="19701" y="730"/>
                    <a:pt x="18971" y="0"/>
                    <a:pt x="18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3"/>
            <p:cNvSpPr/>
            <p:nvPr/>
          </p:nvSpPr>
          <p:spPr>
            <a:xfrm rot="1273292">
              <a:off x="1566537" y="1624440"/>
              <a:ext cx="144870" cy="94799"/>
            </a:xfrm>
            <a:custGeom>
              <a:rect b="b" l="l" r="r" t="t"/>
              <a:pathLst>
                <a:path extrusionOk="0" h="5004" w="7647">
                  <a:moveTo>
                    <a:pt x="5890" y="1"/>
                  </a:moveTo>
                  <a:cubicBezTo>
                    <a:pt x="5739" y="1"/>
                    <a:pt x="5592" y="32"/>
                    <a:pt x="5458" y="102"/>
                  </a:cubicBezTo>
                  <a:lnTo>
                    <a:pt x="730" y="1561"/>
                  </a:lnTo>
                  <a:cubicBezTo>
                    <a:pt x="350" y="1561"/>
                    <a:pt x="0" y="1941"/>
                    <a:pt x="350" y="2291"/>
                  </a:cubicBezTo>
                  <a:lnTo>
                    <a:pt x="350" y="4480"/>
                  </a:lnTo>
                  <a:cubicBezTo>
                    <a:pt x="620" y="4749"/>
                    <a:pt x="874" y="5004"/>
                    <a:pt x="1135" y="5004"/>
                  </a:cubicBezTo>
                  <a:cubicBezTo>
                    <a:pt x="1242" y="5004"/>
                    <a:pt x="1349" y="4961"/>
                    <a:pt x="1459" y="4859"/>
                  </a:cubicBezTo>
                  <a:lnTo>
                    <a:pt x="6567" y="4859"/>
                  </a:lnTo>
                  <a:cubicBezTo>
                    <a:pt x="7297" y="4480"/>
                    <a:pt x="7647" y="3750"/>
                    <a:pt x="7647" y="3021"/>
                  </a:cubicBezTo>
                  <a:lnTo>
                    <a:pt x="7297" y="1211"/>
                  </a:lnTo>
                  <a:cubicBezTo>
                    <a:pt x="7297" y="616"/>
                    <a:pt x="6558" y="1"/>
                    <a:pt x="58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3"/>
            <p:cNvSpPr/>
            <p:nvPr/>
          </p:nvSpPr>
          <p:spPr>
            <a:xfrm rot="1273292">
              <a:off x="1881931" y="1747031"/>
              <a:ext cx="145438" cy="94799"/>
            </a:xfrm>
            <a:custGeom>
              <a:rect b="b" l="l" r="r" t="t"/>
              <a:pathLst>
                <a:path extrusionOk="0" h="5004" w="7677">
                  <a:moveTo>
                    <a:pt x="1760" y="1"/>
                  </a:moveTo>
                  <a:cubicBezTo>
                    <a:pt x="1099" y="1"/>
                    <a:pt x="380" y="616"/>
                    <a:pt x="380" y="1211"/>
                  </a:cubicBezTo>
                  <a:lnTo>
                    <a:pt x="1" y="3021"/>
                  </a:lnTo>
                  <a:cubicBezTo>
                    <a:pt x="1" y="3750"/>
                    <a:pt x="380" y="4480"/>
                    <a:pt x="1110" y="4859"/>
                  </a:cubicBezTo>
                  <a:lnTo>
                    <a:pt x="6217" y="4859"/>
                  </a:lnTo>
                  <a:cubicBezTo>
                    <a:pt x="6319" y="4961"/>
                    <a:pt x="6423" y="5004"/>
                    <a:pt x="6520" y="5004"/>
                  </a:cubicBezTo>
                  <a:cubicBezTo>
                    <a:pt x="6756" y="5004"/>
                    <a:pt x="6947" y="4749"/>
                    <a:pt x="6947" y="4480"/>
                  </a:cubicBezTo>
                  <a:lnTo>
                    <a:pt x="7297" y="2291"/>
                  </a:lnTo>
                  <a:cubicBezTo>
                    <a:pt x="7676" y="1941"/>
                    <a:pt x="7297" y="1561"/>
                    <a:pt x="6947" y="1561"/>
                  </a:cubicBezTo>
                  <a:lnTo>
                    <a:pt x="2189" y="102"/>
                  </a:lnTo>
                  <a:cubicBezTo>
                    <a:pt x="2055" y="32"/>
                    <a:pt x="1909" y="1"/>
                    <a:pt x="1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3"/>
            <p:cNvSpPr/>
            <p:nvPr/>
          </p:nvSpPr>
          <p:spPr>
            <a:xfrm rot="1273292">
              <a:off x="2326056" y="3028808"/>
              <a:ext cx="82959" cy="82959"/>
            </a:xfrm>
            <a:custGeom>
              <a:rect b="b" l="l" r="r" t="t"/>
              <a:pathLst>
                <a:path extrusionOk="0" h="4379" w="4379">
                  <a:moveTo>
                    <a:pt x="2190" y="1"/>
                  </a:moveTo>
                  <a:cubicBezTo>
                    <a:pt x="1081" y="1"/>
                    <a:pt x="1" y="1081"/>
                    <a:pt x="1" y="2190"/>
                  </a:cubicBezTo>
                  <a:cubicBezTo>
                    <a:pt x="1" y="3269"/>
                    <a:pt x="1081" y="4379"/>
                    <a:pt x="2190" y="4379"/>
                  </a:cubicBezTo>
                  <a:cubicBezTo>
                    <a:pt x="3269" y="4379"/>
                    <a:pt x="4378" y="3269"/>
                    <a:pt x="4378" y="2190"/>
                  </a:cubicBezTo>
                  <a:cubicBezTo>
                    <a:pt x="4378" y="1081"/>
                    <a:pt x="3269" y="1"/>
                    <a:pt x="21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4" name="Google Shape;894;p43"/>
          <p:cNvSpPr txBox="1"/>
          <p:nvPr>
            <p:ph idx="6" type="title"/>
          </p:nvPr>
        </p:nvSpPr>
        <p:spPr>
          <a:xfrm>
            <a:off x="3674026" y="2556425"/>
            <a:ext cx="4678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ORGANIZAR E AGRUPAR INFORMAÇÕES</a:t>
            </a:r>
            <a:endParaRPr/>
          </a:p>
        </p:txBody>
      </p:sp>
      <p:sp>
        <p:nvSpPr>
          <p:cNvPr id="895" name="Google Shape;895;p43"/>
          <p:cNvSpPr txBox="1"/>
          <p:nvPr>
            <p:ph idx="7" type="title"/>
          </p:nvPr>
        </p:nvSpPr>
        <p:spPr>
          <a:xfrm>
            <a:off x="3006774" y="2523575"/>
            <a:ext cx="712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02.</a:t>
            </a:r>
            <a:endParaRPr/>
          </a:p>
        </p:txBody>
      </p:sp>
      <p:sp>
        <p:nvSpPr>
          <p:cNvPr id="896" name="Google Shape;896;p43"/>
          <p:cNvSpPr txBox="1"/>
          <p:nvPr>
            <p:ph idx="8" type="subTitle"/>
          </p:nvPr>
        </p:nvSpPr>
        <p:spPr>
          <a:xfrm>
            <a:off x="2984150" y="3084125"/>
            <a:ext cx="5391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Garantir que informações relacionadas sejam categorizadas e ajuntadas, para facilitar suas buscas.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44"/>
          <p:cNvGrpSpPr/>
          <p:nvPr/>
        </p:nvGrpSpPr>
        <p:grpSpPr>
          <a:xfrm rot="5400000">
            <a:off x="2278487" y="1249874"/>
            <a:ext cx="657305" cy="1691502"/>
            <a:chOff x="907775" y="1165250"/>
            <a:chExt cx="1838100" cy="3628275"/>
          </a:xfrm>
        </p:grpSpPr>
        <p:sp>
          <p:nvSpPr>
            <p:cNvPr id="902" name="Google Shape;902;p44"/>
            <p:cNvSpPr/>
            <p:nvPr/>
          </p:nvSpPr>
          <p:spPr>
            <a:xfrm>
              <a:off x="907775" y="1165250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4"/>
            <p:cNvSpPr/>
            <p:nvPr/>
          </p:nvSpPr>
          <p:spPr>
            <a:xfrm flipH="1" rot="10800000">
              <a:off x="907775" y="2955425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4" name="Google Shape;904;p44"/>
          <p:cNvGrpSpPr/>
          <p:nvPr/>
        </p:nvGrpSpPr>
        <p:grpSpPr>
          <a:xfrm rot="5400000">
            <a:off x="4244122" y="1249868"/>
            <a:ext cx="657305" cy="1691502"/>
            <a:chOff x="907775" y="1165250"/>
            <a:chExt cx="1838100" cy="3628275"/>
          </a:xfrm>
        </p:grpSpPr>
        <p:sp>
          <p:nvSpPr>
            <p:cNvPr id="905" name="Google Shape;905;p44"/>
            <p:cNvSpPr/>
            <p:nvPr/>
          </p:nvSpPr>
          <p:spPr>
            <a:xfrm>
              <a:off x="907775" y="1165250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4"/>
            <p:cNvSpPr/>
            <p:nvPr/>
          </p:nvSpPr>
          <p:spPr>
            <a:xfrm flipH="1" rot="10800000">
              <a:off x="907775" y="2955425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7" name="Google Shape;907;p44"/>
          <p:cNvSpPr txBox="1"/>
          <p:nvPr>
            <p:ph type="title"/>
          </p:nvPr>
        </p:nvSpPr>
        <p:spPr>
          <a:xfrm>
            <a:off x="720000" y="402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TECNOLOGIAS QUE </a:t>
            </a:r>
            <a:r>
              <a:rPr lang="es" sz="2600">
                <a:solidFill>
                  <a:schemeClr val="accent1"/>
                </a:solidFill>
              </a:rPr>
              <a:t>PRETENDEMOS USAR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08" name="Google Shape;908;p44"/>
          <p:cNvSpPr txBox="1"/>
          <p:nvPr>
            <p:ph idx="2" type="title"/>
          </p:nvPr>
        </p:nvSpPr>
        <p:spPr>
          <a:xfrm>
            <a:off x="1438175" y="246224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Vue</a:t>
            </a:r>
            <a:endParaRPr/>
          </a:p>
        </p:txBody>
      </p:sp>
      <p:grpSp>
        <p:nvGrpSpPr>
          <p:cNvPr id="909" name="Google Shape;909;p44"/>
          <p:cNvGrpSpPr/>
          <p:nvPr/>
        </p:nvGrpSpPr>
        <p:grpSpPr>
          <a:xfrm rot="-1739513">
            <a:off x="791109" y="564206"/>
            <a:ext cx="261586" cy="228697"/>
            <a:chOff x="3948000" y="3024575"/>
            <a:chExt cx="145950" cy="127600"/>
          </a:xfrm>
        </p:grpSpPr>
        <p:sp>
          <p:nvSpPr>
            <p:cNvPr id="910" name="Google Shape;910;p44"/>
            <p:cNvSpPr/>
            <p:nvPr/>
          </p:nvSpPr>
          <p:spPr>
            <a:xfrm>
              <a:off x="3948000" y="3053450"/>
              <a:ext cx="126775" cy="98725"/>
            </a:xfrm>
            <a:custGeom>
              <a:rect b="b" l="l" r="r" t="t"/>
              <a:pathLst>
                <a:path extrusionOk="0" h="3949" w="5071">
                  <a:moveTo>
                    <a:pt x="767" y="1"/>
                  </a:moveTo>
                  <a:lnTo>
                    <a:pt x="767" y="1"/>
                  </a:lnTo>
                  <a:cubicBezTo>
                    <a:pt x="0" y="1202"/>
                    <a:pt x="334" y="2770"/>
                    <a:pt x="1535" y="3537"/>
                  </a:cubicBezTo>
                  <a:cubicBezTo>
                    <a:pt x="1958" y="3815"/>
                    <a:pt x="2438" y="3948"/>
                    <a:pt x="2914" y="3948"/>
                  </a:cubicBezTo>
                  <a:cubicBezTo>
                    <a:pt x="3753" y="3948"/>
                    <a:pt x="4581" y="3535"/>
                    <a:pt x="5070" y="2770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4"/>
            <p:cNvSpPr/>
            <p:nvPr/>
          </p:nvSpPr>
          <p:spPr>
            <a:xfrm>
              <a:off x="3967175" y="3024575"/>
              <a:ext cx="126775" cy="98125"/>
            </a:xfrm>
            <a:custGeom>
              <a:rect b="b" l="l" r="r" t="t"/>
              <a:pathLst>
                <a:path extrusionOk="0" h="3925" w="5071">
                  <a:moveTo>
                    <a:pt x="2160" y="0"/>
                  </a:moveTo>
                  <a:cubicBezTo>
                    <a:pt x="1316" y="0"/>
                    <a:pt x="493" y="406"/>
                    <a:pt x="0" y="1156"/>
                  </a:cubicBezTo>
                  <a:lnTo>
                    <a:pt x="4303" y="3925"/>
                  </a:lnTo>
                  <a:cubicBezTo>
                    <a:pt x="5071" y="2757"/>
                    <a:pt x="4704" y="1156"/>
                    <a:pt x="3536" y="389"/>
                  </a:cubicBezTo>
                  <a:cubicBezTo>
                    <a:pt x="3107" y="126"/>
                    <a:pt x="2630" y="0"/>
                    <a:pt x="2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44"/>
          <p:cNvGrpSpPr/>
          <p:nvPr/>
        </p:nvGrpSpPr>
        <p:grpSpPr>
          <a:xfrm rot="-1739513">
            <a:off x="456172" y="260493"/>
            <a:ext cx="443952" cy="287171"/>
            <a:chOff x="4289900" y="2977375"/>
            <a:chExt cx="247700" cy="160225"/>
          </a:xfrm>
        </p:grpSpPr>
        <p:sp>
          <p:nvSpPr>
            <p:cNvPr id="913" name="Google Shape;913;p44"/>
            <p:cNvSpPr/>
            <p:nvPr/>
          </p:nvSpPr>
          <p:spPr>
            <a:xfrm>
              <a:off x="4394150" y="3015100"/>
              <a:ext cx="143450" cy="122500"/>
            </a:xfrm>
            <a:custGeom>
              <a:rect b="b" l="l" r="r" t="t"/>
              <a:pathLst>
                <a:path extrusionOk="0" h="4900" w="5738">
                  <a:moveTo>
                    <a:pt x="1601" y="1"/>
                  </a:moveTo>
                  <a:lnTo>
                    <a:pt x="0" y="3370"/>
                  </a:lnTo>
                  <a:lnTo>
                    <a:pt x="2802" y="4704"/>
                  </a:lnTo>
                  <a:cubicBezTo>
                    <a:pt x="3068" y="4837"/>
                    <a:pt x="3351" y="4900"/>
                    <a:pt x="3628" y="4900"/>
                  </a:cubicBezTo>
                  <a:cubicBezTo>
                    <a:pt x="4325" y="4900"/>
                    <a:pt x="4994" y="4505"/>
                    <a:pt x="5304" y="3837"/>
                  </a:cubicBezTo>
                  <a:cubicBezTo>
                    <a:pt x="5738" y="2903"/>
                    <a:pt x="5337" y="1802"/>
                    <a:pt x="4403" y="1335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4"/>
            <p:cNvSpPr/>
            <p:nvPr/>
          </p:nvSpPr>
          <p:spPr>
            <a:xfrm>
              <a:off x="4289900" y="2977375"/>
              <a:ext cx="144300" cy="121975"/>
            </a:xfrm>
            <a:custGeom>
              <a:rect b="b" l="l" r="r" t="t"/>
              <a:pathLst>
                <a:path extrusionOk="0" h="4879" w="5772">
                  <a:moveTo>
                    <a:pt x="2149" y="0"/>
                  </a:moveTo>
                  <a:cubicBezTo>
                    <a:pt x="1450" y="0"/>
                    <a:pt x="783" y="397"/>
                    <a:pt x="468" y="1076"/>
                  </a:cubicBezTo>
                  <a:cubicBezTo>
                    <a:pt x="1" y="1977"/>
                    <a:pt x="401" y="3111"/>
                    <a:pt x="1335" y="3544"/>
                  </a:cubicBezTo>
                  <a:lnTo>
                    <a:pt x="4170" y="4879"/>
                  </a:lnTo>
                  <a:lnTo>
                    <a:pt x="5771" y="1510"/>
                  </a:lnTo>
                  <a:lnTo>
                    <a:pt x="2936" y="175"/>
                  </a:lnTo>
                  <a:cubicBezTo>
                    <a:pt x="2681" y="57"/>
                    <a:pt x="2413" y="0"/>
                    <a:pt x="21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5" name="Google Shape;915;p44"/>
          <p:cNvGrpSpPr/>
          <p:nvPr/>
        </p:nvGrpSpPr>
        <p:grpSpPr>
          <a:xfrm rot="-1739513">
            <a:off x="97647" y="843303"/>
            <a:ext cx="372215" cy="377009"/>
            <a:chOff x="3510175" y="2983025"/>
            <a:chExt cx="207675" cy="210350"/>
          </a:xfrm>
        </p:grpSpPr>
        <p:sp>
          <p:nvSpPr>
            <p:cNvPr id="916" name="Google Shape;916;p44"/>
            <p:cNvSpPr/>
            <p:nvPr/>
          </p:nvSpPr>
          <p:spPr>
            <a:xfrm>
              <a:off x="3578550" y="2983025"/>
              <a:ext cx="139300" cy="136350"/>
            </a:xfrm>
            <a:custGeom>
              <a:rect b="b" l="l" r="r" t="t"/>
              <a:pathLst>
                <a:path extrusionOk="0" h="5454" w="5572">
                  <a:moveTo>
                    <a:pt x="3481" y="0"/>
                  </a:moveTo>
                  <a:cubicBezTo>
                    <a:pt x="2967" y="0"/>
                    <a:pt x="2462" y="218"/>
                    <a:pt x="2102" y="650"/>
                  </a:cubicBezTo>
                  <a:lnTo>
                    <a:pt x="1" y="2985"/>
                  </a:lnTo>
                  <a:lnTo>
                    <a:pt x="2803" y="5453"/>
                  </a:lnTo>
                  <a:lnTo>
                    <a:pt x="4871" y="3118"/>
                  </a:lnTo>
                  <a:cubicBezTo>
                    <a:pt x="5572" y="2351"/>
                    <a:pt x="5505" y="1150"/>
                    <a:pt x="4738" y="483"/>
                  </a:cubicBezTo>
                  <a:cubicBezTo>
                    <a:pt x="4368" y="160"/>
                    <a:pt x="3921" y="0"/>
                    <a:pt x="3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4"/>
            <p:cNvSpPr/>
            <p:nvPr/>
          </p:nvSpPr>
          <p:spPr>
            <a:xfrm>
              <a:off x="3510175" y="3057625"/>
              <a:ext cx="138450" cy="135750"/>
            </a:xfrm>
            <a:custGeom>
              <a:rect b="b" l="l" r="r" t="t"/>
              <a:pathLst>
                <a:path extrusionOk="0" h="5430" w="5538">
                  <a:moveTo>
                    <a:pt x="2769" y="1"/>
                  </a:moveTo>
                  <a:lnTo>
                    <a:pt x="668" y="2336"/>
                  </a:lnTo>
                  <a:cubicBezTo>
                    <a:pt x="1" y="3103"/>
                    <a:pt x="67" y="4270"/>
                    <a:pt x="835" y="4971"/>
                  </a:cubicBezTo>
                  <a:cubicBezTo>
                    <a:pt x="1187" y="5277"/>
                    <a:pt x="1624" y="5429"/>
                    <a:pt x="2061" y="5429"/>
                  </a:cubicBezTo>
                  <a:cubicBezTo>
                    <a:pt x="2576" y="5429"/>
                    <a:pt x="3091" y="5219"/>
                    <a:pt x="3470" y="4804"/>
                  </a:cubicBezTo>
                  <a:lnTo>
                    <a:pt x="5538" y="24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44"/>
          <p:cNvGrpSpPr/>
          <p:nvPr/>
        </p:nvGrpSpPr>
        <p:grpSpPr>
          <a:xfrm>
            <a:off x="8202101" y="4397621"/>
            <a:ext cx="710375" cy="411749"/>
            <a:chOff x="1260175" y="3462925"/>
            <a:chExt cx="257625" cy="149325"/>
          </a:xfrm>
        </p:grpSpPr>
        <p:sp>
          <p:nvSpPr>
            <p:cNvPr id="919" name="Google Shape;919;p44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4"/>
            <p:cNvSpPr/>
            <p:nvPr/>
          </p:nvSpPr>
          <p:spPr>
            <a:xfrm>
              <a:off x="1415175" y="3525425"/>
              <a:ext cx="84375" cy="65375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4"/>
            <p:cNvSpPr/>
            <p:nvPr/>
          </p:nvSpPr>
          <p:spPr>
            <a:xfrm>
              <a:off x="1340725" y="3462925"/>
              <a:ext cx="79050" cy="69900"/>
            </a:xfrm>
            <a:custGeom>
              <a:rect b="b" l="l" r="r" t="t"/>
              <a:pathLst>
                <a:path extrusionOk="0" h="2796" w="3162">
                  <a:moveTo>
                    <a:pt x="1583" y="1"/>
                  </a:moveTo>
                  <a:cubicBezTo>
                    <a:pt x="1300" y="1"/>
                    <a:pt x="1011" y="84"/>
                    <a:pt x="760" y="251"/>
                  </a:cubicBezTo>
                  <a:cubicBezTo>
                    <a:pt x="152" y="707"/>
                    <a:pt x="0" y="1588"/>
                    <a:pt x="456" y="2227"/>
                  </a:cubicBezTo>
                  <a:cubicBezTo>
                    <a:pt x="714" y="2595"/>
                    <a:pt x="1139" y="2796"/>
                    <a:pt x="1575" y="2796"/>
                  </a:cubicBezTo>
                  <a:cubicBezTo>
                    <a:pt x="1860" y="2796"/>
                    <a:pt x="2150" y="2710"/>
                    <a:pt x="2401" y="2531"/>
                  </a:cubicBezTo>
                  <a:cubicBezTo>
                    <a:pt x="3009" y="2075"/>
                    <a:pt x="3161" y="1224"/>
                    <a:pt x="2705" y="585"/>
                  </a:cubicBezTo>
                  <a:cubicBezTo>
                    <a:pt x="2447" y="198"/>
                    <a:pt x="2021" y="1"/>
                    <a:pt x="1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4"/>
            <p:cNvSpPr/>
            <p:nvPr/>
          </p:nvSpPr>
          <p:spPr>
            <a:xfrm>
              <a:off x="1359725" y="3470700"/>
              <a:ext cx="41800" cy="54750"/>
            </a:xfrm>
            <a:custGeom>
              <a:rect b="b" l="l" r="r" t="t"/>
              <a:pathLst>
                <a:path extrusionOk="0" h="2190" w="1672">
                  <a:moveTo>
                    <a:pt x="243" y="1"/>
                  </a:moveTo>
                  <a:lnTo>
                    <a:pt x="0" y="183"/>
                  </a:lnTo>
                  <a:lnTo>
                    <a:pt x="1429" y="2189"/>
                  </a:lnTo>
                  <a:lnTo>
                    <a:pt x="1672" y="200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4"/>
            <p:cNvSpPr/>
            <p:nvPr/>
          </p:nvSpPr>
          <p:spPr>
            <a:xfrm>
              <a:off x="1260175" y="3513700"/>
              <a:ext cx="107175" cy="94900"/>
            </a:xfrm>
            <a:custGeom>
              <a:rect b="b" l="l" r="r" t="t"/>
              <a:pathLst>
                <a:path extrusionOk="0" h="3796" w="4287">
                  <a:moveTo>
                    <a:pt x="2119" y="0"/>
                  </a:moveTo>
                  <a:cubicBezTo>
                    <a:pt x="1743" y="0"/>
                    <a:pt x="1363" y="112"/>
                    <a:pt x="1034" y="348"/>
                  </a:cubicBezTo>
                  <a:cubicBezTo>
                    <a:pt x="183" y="956"/>
                    <a:pt x="0" y="2141"/>
                    <a:pt x="608" y="2992"/>
                  </a:cubicBezTo>
                  <a:cubicBezTo>
                    <a:pt x="981" y="3514"/>
                    <a:pt x="1559" y="3796"/>
                    <a:pt x="2147" y="3796"/>
                  </a:cubicBezTo>
                  <a:cubicBezTo>
                    <a:pt x="2518" y="3796"/>
                    <a:pt x="2893" y="3683"/>
                    <a:pt x="3222" y="3448"/>
                  </a:cubicBezTo>
                  <a:cubicBezTo>
                    <a:pt x="4073" y="2840"/>
                    <a:pt x="4286" y="1655"/>
                    <a:pt x="3678" y="804"/>
                  </a:cubicBezTo>
                  <a:cubicBezTo>
                    <a:pt x="3305" y="282"/>
                    <a:pt x="2716" y="0"/>
                    <a:pt x="2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4"/>
            <p:cNvSpPr/>
            <p:nvPr/>
          </p:nvSpPr>
          <p:spPr>
            <a:xfrm>
              <a:off x="1272325" y="3548975"/>
              <a:ext cx="83625" cy="24350"/>
            </a:xfrm>
            <a:custGeom>
              <a:rect b="b" l="l" r="r" t="t"/>
              <a:pathLst>
                <a:path extrusionOk="0" h="974" w="3345">
                  <a:moveTo>
                    <a:pt x="61" y="0"/>
                  </a:moveTo>
                  <a:lnTo>
                    <a:pt x="1" y="426"/>
                  </a:lnTo>
                  <a:lnTo>
                    <a:pt x="3283" y="973"/>
                  </a:lnTo>
                  <a:lnTo>
                    <a:pt x="3344" y="54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5" name="Google Shape;925;p44"/>
          <p:cNvGrpSpPr/>
          <p:nvPr/>
        </p:nvGrpSpPr>
        <p:grpSpPr>
          <a:xfrm rot="5400000">
            <a:off x="6209757" y="1249868"/>
            <a:ext cx="657305" cy="1691502"/>
            <a:chOff x="907775" y="1165250"/>
            <a:chExt cx="1838100" cy="3628275"/>
          </a:xfrm>
        </p:grpSpPr>
        <p:sp>
          <p:nvSpPr>
            <p:cNvPr id="926" name="Google Shape;926;p44"/>
            <p:cNvSpPr/>
            <p:nvPr/>
          </p:nvSpPr>
          <p:spPr>
            <a:xfrm>
              <a:off x="907775" y="1165250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4"/>
            <p:cNvSpPr/>
            <p:nvPr/>
          </p:nvSpPr>
          <p:spPr>
            <a:xfrm flipH="1" rot="10800000">
              <a:off x="907775" y="2955425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8" name="Google Shape;928;p44"/>
          <p:cNvSpPr txBox="1"/>
          <p:nvPr>
            <p:ph idx="2" type="title"/>
          </p:nvPr>
        </p:nvSpPr>
        <p:spPr>
          <a:xfrm>
            <a:off x="3403800" y="246224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Nuxt</a:t>
            </a:r>
            <a:endParaRPr/>
          </a:p>
        </p:txBody>
      </p:sp>
      <p:sp>
        <p:nvSpPr>
          <p:cNvPr id="929" name="Google Shape;929;p44"/>
          <p:cNvSpPr txBox="1"/>
          <p:nvPr>
            <p:ph idx="2" type="title"/>
          </p:nvPr>
        </p:nvSpPr>
        <p:spPr>
          <a:xfrm>
            <a:off x="5369425" y="246224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Node.js</a:t>
            </a:r>
            <a:endParaRPr/>
          </a:p>
        </p:txBody>
      </p:sp>
      <p:grpSp>
        <p:nvGrpSpPr>
          <p:cNvPr id="930" name="Google Shape;930;p44"/>
          <p:cNvGrpSpPr/>
          <p:nvPr/>
        </p:nvGrpSpPr>
        <p:grpSpPr>
          <a:xfrm rot="5400000">
            <a:off x="2276937" y="2706249"/>
            <a:ext cx="657305" cy="1691502"/>
            <a:chOff x="907775" y="1165250"/>
            <a:chExt cx="1838100" cy="3628275"/>
          </a:xfrm>
        </p:grpSpPr>
        <p:sp>
          <p:nvSpPr>
            <p:cNvPr id="931" name="Google Shape;931;p44"/>
            <p:cNvSpPr/>
            <p:nvPr/>
          </p:nvSpPr>
          <p:spPr>
            <a:xfrm>
              <a:off x="907775" y="1165250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4"/>
            <p:cNvSpPr/>
            <p:nvPr/>
          </p:nvSpPr>
          <p:spPr>
            <a:xfrm flipH="1" rot="10800000">
              <a:off x="907775" y="2955425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44"/>
          <p:cNvGrpSpPr/>
          <p:nvPr/>
        </p:nvGrpSpPr>
        <p:grpSpPr>
          <a:xfrm rot="5400000">
            <a:off x="4242572" y="2706243"/>
            <a:ext cx="657305" cy="1691502"/>
            <a:chOff x="907775" y="1165250"/>
            <a:chExt cx="1838100" cy="3628275"/>
          </a:xfrm>
        </p:grpSpPr>
        <p:sp>
          <p:nvSpPr>
            <p:cNvPr id="934" name="Google Shape;934;p44"/>
            <p:cNvSpPr/>
            <p:nvPr/>
          </p:nvSpPr>
          <p:spPr>
            <a:xfrm>
              <a:off x="907775" y="1165250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4"/>
            <p:cNvSpPr/>
            <p:nvPr/>
          </p:nvSpPr>
          <p:spPr>
            <a:xfrm flipH="1" rot="10800000">
              <a:off x="907775" y="2955425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6" name="Google Shape;936;p44"/>
          <p:cNvSpPr txBox="1"/>
          <p:nvPr>
            <p:ph idx="2" type="title"/>
          </p:nvPr>
        </p:nvSpPr>
        <p:spPr>
          <a:xfrm>
            <a:off x="1438175" y="401301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Pnpm</a:t>
            </a:r>
            <a:endParaRPr/>
          </a:p>
        </p:txBody>
      </p:sp>
      <p:grpSp>
        <p:nvGrpSpPr>
          <p:cNvPr id="937" name="Google Shape;937;p44"/>
          <p:cNvGrpSpPr/>
          <p:nvPr/>
        </p:nvGrpSpPr>
        <p:grpSpPr>
          <a:xfrm rot="5400000">
            <a:off x="6208207" y="2706243"/>
            <a:ext cx="657305" cy="1691502"/>
            <a:chOff x="907775" y="1165250"/>
            <a:chExt cx="1838100" cy="3628275"/>
          </a:xfrm>
        </p:grpSpPr>
        <p:sp>
          <p:nvSpPr>
            <p:cNvPr id="938" name="Google Shape;938;p44"/>
            <p:cNvSpPr/>
            <p:nvPr/>
          </p:nvSpPr>
          <p:spPr>
            <a:xfrm>
              <a:off x="907775" y="1165250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4"/>
            <p:cNvSpPr/>
            <p:nvPr/>
          </p:nvSpPr>
          <p:spPr>
            <a:xfrm flipH="1" rot="10800000">
              <a:off x="907775" y="2955425"/>
              <a:ext cx="1838100" cy="18381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0" name="Google Shape;940;p44"/>
          <p:cNvSpPr txBox="1"/>
          <p:nvPr>
            <p:ph idx="2" type="title"/>
          </p:nvPr>
        </p:nvSpPr>
        <p:spPr>
          <a:xfrm>
            <a:off x="3403800" y="401301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Tailwind</a:t>
            </a:r>
            <a:endParaRPr/>
          </a:p>
        </p:txBody>
      </p:sp>
      <p:sp>
        <p:nvSpPr>
          <p:cNvPr id="941" name="Google Shape;941;p44"/>
          <p:cNvSpPr txBox="1"/>
          <p:nvPr>
            <p:ph idx="2" type="title"/>
          </p:nvPr>
        </p:nvSpPr>
        <p:spPr>
          <a:xfrm>
            <a:off x="5369425" y="401301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Pinia</a:t>
            </a:r>
            <a:endParaRPr/>
          </a:p>
        </p:txBody>
      </p:sp>
      <p:sp>
        <p:nvSpPr>
          <p:cNvPr id="942" name="Google Shape;942;p44"/>
          <p:cNvSpPr txBox="1"/>
          <p:nvPr>
            <p:ph type="title"/>
          </p:nvPr>
        </p:nvSpPr>
        <p:spPr>
          <a:xfrm>
            <a:off x="720000" y="8955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FRONTEND: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45"/>
          <p:cNvGrpSpPr/>
          <p:nvPr/>
        </p:nvGrpSpPr>
        <p:grpSpPr>
          <a:xfrm flipH="1" rot="10800000">
            <a:off x="2673194" y="1684781"/>
            <a:ext cx="877478" cy="777599"/>
            <a:chOff x="1396200" y="3504500"/>
            <a:chExt cx="121600" cy="107750"/>
          </a:xfrm>
        </p:grpSpPr>
        <p:sp>
          <p:nvSpPr>
            <p:cNvPr id="948" name="Google Shape;948;p4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5"/>
            <p:cNvSpPr/>
            <p:nvPr/>
          </p:nvSpPr>
          <p:spPr>
            <a:xfrm rot="2819635">
              <a:off x="1415181" y="3525419"/>
              <a:ext cx="84366" cy="65377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0" name="Google Shape;950;p45"/>
          <p:cNvGrpSpPr/>
          <p:nvPr/>
        </p:nvGrpSpPr>
        <p:grpSpPr>
          <a:xfrm>
            <a:off x="740928" y="3228906"/>
            <a:ext cx="877478" cy="777599"/>
            <a:chOff x="1396200" y="3504500"/>
            <a:chExt cx="121600" cy="107750"/>
          </a:xfrm>
        </p:grpSpPr>
        <p:sp>
          <p:nvSpPr>
            <p:cNvPr id="951" name="Google Shape;951;p4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5"/>
            <p:cNvSpPr/>
            <p:nvPr/>
          </p:nvSpPr>
          <p:spPr>
            <a:xfrm rot="2819635">
              <a:off x="1415181" y="3525419"/>
              <a:ext cx="84366" cy="65377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3" name="Google Shape;953;p45"/>
          <p:cNvGrpSpPr/>
          <p:nvPr/>
        </p:nvGrpSpPr>
        <p:grpSpPr>
          <a:xfrm flipH="1">
            <a:off x="2697261" y="3228906"/>
            <a:ext cx="877478" cy="777599"/>
            <a:chOff x="1396200" y="3504500"/>
            <a:chExt cx="121600" cy="107750"/>
          </a:xfrm>
        </p:grpSpPr>
        <p:sp>
          <p:nvSpPr>
            <p:cNvPr id="954" name="Google Shape;954;p4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5"/>
            <p:cNvSpPr/>
            <p:nvPr/>
          </p:nvSpPr>
          <p:spPr>
            <a:xfrm rot="2819635">
              <a:off x="1415181" y="3525419"/>
              <a:ext cx="84366" cy="65377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6" name="Google Shape;956;p45"/>
          <p:cNvGrpSpPr/>
          <p:nvPr/>
        </p:nvGrpSpPr>
        <p:grpSpPr>
          <a:xfrm>
            <a:off x="716861" y="1698906"/>
            <a:ext cx="877478" cy="777599"/>
            <a:chOff x="1396200" y="3504500"/>
            <a:chExt cx="121600" cy="107750"/>
          </a:xfrm>
        </p:grpSpPr>
        <p:sp>
          <p:nvSpPr>
            <p:cNvPr id="957" name="Google Shape;957;p4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5"/>
            <p:cNvSpPr/>
            <p:nvPr/>
          </p:nvSpPr>
          <p:spPr>
            <a:xfrm rot="2819635">
              <a:off x="1415181" y="3525419"/>
              <a:ext cx="84366" cy="65377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9" name="Google Shape;959;p45"/>
          <p:cNvSpPr txBox="1"/>
          <p:nvPr>
            <p:ph idx="2" type="title"/>
          </p:nvPr>
        </p:nvSpPr>
        <p:spPr>
          <a:xfrm>
            <a:off x="237900" y="2450850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Express</a:t>
            </a:r>
            <a:endParaRPr/>
          </a:p>
        </p:txBody>
      </p:sp>
      <p:sp>
        <p:nvSpPr>
          <p:cNvPr id="960" name="Google Shape;960;p45"/>
          <p:cNvSpPr txBox="1"/>
          <p:nvPr>
            <p:ph idx="3" type="title"/>
          </p:nvPr>
        </p:nvSpPr>
        <p:spPr>
          <a:xfrm>
            <a:off x="261954" y="399497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Pm2 - prod</a:t>
            </a:r>
            <a:endParaRPr/>
          </a:p>
        </p:txBody>
      </p:sp>
      <p:sp>
        <p:nvSpPr>
          <p:cNvPr id="961" name="Google Shape;961;p45"/>
          <p:cNvSpPr txBox="1"/>
          <p:nvPr>
            <p:ph idx="5" type="title"/>
          </p:nvPr>
        </p:nvSpPr>
        <p:spPr>
          <a:xfrm>
            <a:off x="2194246" y="2450850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Nodemon - dev</a:t>
            </a:r>
            <a:endParaRPr/>
          </a:p>
        </p:txBody>
      </p:sp>
      <p:sp>
        <p:nvSpPr>
          <p:cNvPr id="962" name="Google Shape;962;p45"/>
          <p:cNvSpPr txBox="1"/>
          <p:nvPr>
            <p:ph idx="7" type="title"/>
          </p:nvPr>
        </p:nvSpPr>
        <p:spPr>
          <a:xfrm>
            <a:off x="2218300" y="399497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Swagger</a:t>
            </a:r>
            <a:endParaRPr/>
          </a:p>
        </p:txBody>
      </p:sp>
      <p:sp>
        <p:nvSpPr>
          <p:cNvPr id="963" name="Google Shape;963;p45"/>
          <p:cNvSpPr txBox="1"/>
          <p:nvPr>
            <p:ph type="title"/>
          </p:nvPr>
        </p:nvSpPr>
        <p:spPr>
          <a:xfrm>
            <a:off x="720000" y="402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TECNOLOGIAS QUE </a:t>
            </a:r>
            <a:r>
              <a:rPr lang="es" sz="2600">
                <a:solidFill>
                  <a:schemeClr val="accent1"/>
                </a:solidFill>
              </a:rPr>
              <a:t>PRETENDEMOS USAR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64" name="Google Shape;964;p45"/>
          <p:cNvSpPr txBox="1"/>
          <p:nvPr>
            <p:ph type="title"/>
          </p:nvPr>
        </p:nvSpPr>
        <p:spPr>
          <a:xfrm>
            <a:off x="432675" y="975625"/>
            <a:ext cx="345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BACKEND: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65" name="Google Shape;965;p45"/>
          <p:cNvSpPr txBox="1"/>
          <p:nvPr>
            <p:ph type="title"/>
          </p:nvPr>
        </p:nvSpPr>
        <p:spPr>
          <a:xfrm>
            <a:off x="4973700" y="975625"/>
            <a:ext cx="345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DATABASE: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966" name="Google Shape;966;p45"/>
          <p:cNvGrpSpPr/>
          <p:nvPr/>
        </p:nvGrpSpPr>
        <p:grpSpPr>
          <a:xfrm flipH="1" rot="10800000">
            <a:off x="7238282" y="1684768"/>
            <a:ext cx="877478" cy="777599"/>
            <a:chOff x="1396200" y="3504500"/>
            <a:chExt cx="121600" cy="107750"/>
          </a:xfrm>
        </p:grpSpPr>
        <p:sp>
          <p:nvSpPr>
            <p:cNvPr id="967" name="Google Shape;967;p4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5"/>
            <p:cNvSpPr/>
            <p:nvPr/>
          </p:nvSpPr>
          <p:spPr>
            <a:xfrm rot="2819635">
              <a:off x="1415181" y="3525419"/>
              <a:ext cx="84366" cy="65377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9" name="Google Shape;969;p45"/>
          <p:cNvGrpSpPr/>
          <p:nvPr/>
        </p:nvGrpSpPr>
        <p:grpSpPr>
          <a:xfrm>
            <a:off x="5281948" y="1698893"/>
            <a:ext cx="877478" cy="777599"/>
            <a:chOff x="1396200" y="3504500"/>
            <a:chExt cx="121600" cy="107750"/>
          </a:xfrm>
        </p:grpSpPr>
        <p:sp>
          <p:nvSpPr>
            <p:cNvPr id="970" name="Google Shape;970;p4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5"/>
            <p:cNvSpPr/>
            <p:nvPr/>
          </p:nvSpPr>
          <p:spPr>
            <a:xfrm rot="2819635">
              <a:off x="1415181" y="3525419"/>
              <a:ext cx="84366" cy="65377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2" name="Google Shape;972;p45"/>
          <p:cNvSpPr txBox="1"/>
          <p:nvPr>
            <p:ph idx="2" type="title"/>
          </p:nvPr>
        </p:nvSpPr>
        <p:spPr>
          <a:xfrm>
            <a:off x="4802987" y="246497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Postgres</a:t>
            </a:r>
            <a:endParaRPr/>
          </a:p>
        </p:txBody>
      </p:sp>
      <p:sp>
        <p:nvSpPr>
          <p:cNvPr id="973" name="Google Shape;973;p45"/>
          <p:cNvSpPr txBox="1"/>
          <p:nvPr>
            <p:ph idx="5" type="title"/>
          </p:nvPr>
        </p:nvSpPr>
        <p:spPr>
          <a:xfrm>
            <a:off x="6759321" y="246497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TypeORM</a:t>
            </a:r>
            <a:endParaRPr/>
          </a:p>
        </p:txBody>
      </p:sp>
      <p:sp>
        <p:nvSpPr>
          <p:cNvPr id="974" name="Google Shape;974;p45"/>
          <p:cNvSpPr txBox="1"/>
          <p:nvPr>
            <p:ph type="title"/>
          </p:nvPr>
        </p:nvSpPr>
        <p:spPr>
          <a:xfrm>
            <a:off x="4653600" y="3389150"/>
            <a:ext cx="23631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COMUNICAÇÃO </a:t>
            </a:r>
            <a:endParaRPr sz="2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FRONT-BACK: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975" name="Google Shape;975;p45"/>
          <p:cNvGrpSpPr/>
          <p:nvPr/>
        </p:nvGrpSpPr>
        <p:grpSpPr>
          <a:xfrm flipH="1">
            <a:off x="7238274" y="3265981"/>
            <a:ext cx="877478" cy="777599"/>
            <a:chOff x="1396200" y="3504500"/>
            <a:chExt cx="121600" cy="107750"/>
          </a:xfrm>
        </p:grpSpPr>
        <p:sp>
          <p:nvSpPr>
            <p:cNvPr id="976" name="Google Shape;976;p45"/>
            <p:cNvSpPr/>
            <p:nvPr/>
          </p:nvSpPr>
          <p:spPr>
            <a:xfrm>
              <a:off x="1396200" y="3504500"/>
              <a:ext cx="121600" cy="107750"/>
            </a:xfrm>
            <a:custGeom>
              <a:rect b="b" l="l" r="r" t="t"/>
              <a:pathLst>
                <a:path extrusionOk="0" h="4310" w="4864">
                  <a:moveTo>
                    <a:pt x="2450" y="1"/>
                  </a:moveTo>
                  <a:cubicBezTo>
                    <a:pt x="2014" y="1"/>
                    <a:pt x="1571" y="135"/>
                    <a:pt x="1185" y="412"/>
                  </a:cubicBezTo>
                  <a:cubicBezTo>
                    <a:pt x="213" y="1111"/>
                    <a:pt x="0" y="2448"/>
                    <a:pt x="669" y="3421"/>
                  </a:cubicBezTo>
                  <a:cubicBezTo>
                    <a:pt x="1095" y="3995"/>
                    <a:pt x="1758" y="4310"/>
                    <a:pt x="2431" y="4310"/>
                  </a:cubicBezTo>
                  <a:cubicBezTo>
                    <a:pt x="2862" y="4310"/>
                    <a:pt x="3298" y="4180"/>
                    <a:pt x="3678" y="3907"/>
                  </a:cubicBezTo>
                  <a:cubicBezTo>
                    <a:pt x="4651" y="3208"/>
                    <a:pt x="4863" y="1871"/>
                    <a:pt x="4164" y="898"/>
                  </a:cubicBezTo>
                  <a:cubicBezTo>
                    <a:pt x="3761" y="311"/>
                    <a:pt x="3113" y="1"/>
                    <a:pt x="2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5"/>
            <p:cNvSpPr/>
            <p:nvPr/>
          </p:nvSpPr>
          <p:spPr>
            <a:xfrm rot="2819635">
              <a:off x="1415181" y="3525419"/>
              <a:ext cx="84366" cy="65377"/>
            </a:xfrm>
            <a:custGeom>
              <a:rect b="b" l="l" r="r" t="t"/>
              <a:pathLst>
                <a:path extrusionOk="0" h="2615" w="3375">
                  <a:moveTo>
                    <a:pt x="3101" y="0"/>
                  </a:moveTo>
                  <a:lnTo>
                    <a:pt x="1" y="2219"/>
                  </a:lnTo>
                  <a:lnTo>
                    <a:pt x="305" y="2614"/>
                  </a:lnTo>
                  <a:lnTo>
                    <a:pt x="3375" y="395"/>
                  </a:lnTo>
                  <a:lnTo>
                    <a:pt x="3101" y="0"/>
                  </a:lnTo>
                  <a:close/>
                </a:path>
              </a:pathLst>
            </a:custGeom>
            <a:solidFill>
              <a:srgbClr val="E5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8" name="Google Shape;978;p45"/>
          <p:cNvSpPr txBox="1"/>
          <p:nvPr>
            <p:ph idx="7" type="title"/>
          </p:nvPr>
        </p:nvSpPr>
        <p:spPr>
          <a:xfrm>
            <a:off x="6759313" y="4043575"/>
            <a:ext cx="183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Axios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6"/>
          <p:cNvSpPr txBox="1"/>
          <p:nvPr>
            <p:ph type="title"/>
          </p:nvPr>
        </p:nvSpPr>
        <p:spPr>
          <a:xfrm>
            <a:off x="616200" y="533200"/>
            <a:ext cx="79116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IMPORTÂNCIA DA EXTENSÃO </a:t>
            </a:r>
            <a:r>
              <a:rPr lang="es">
                <a:solidFill>
                  <a:schemeClr val="accent1"/>
                </a:solidFill>
              </a:rPr>
              <a:t>NO CONTEXTO DO PROBLEMA</a:t>
            </a:r>
            <a:endParaRPr/>
          </a:p>
        </p:txBody>
      </p:sp>
      <p:sp>
        <p:nvSpPr>
          <p:cNvPr id="984" name="Google Shape;984;p46"/>
          <p:cNvSpPr txBox="1"/>
          <p:nvPr>
            <p:ph idx="1" type="body"/>
          </p:nvPr>
        </p:nvSpPr>
        <p:spPr>
          <a:xfrm>
            <a:off x="3242400" y="1107838"/>
            <a:ext cx="5783400" cy="3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O projeto de extensão tem um valor imenso para os alunos e para a clínica, já que possui um impacto social, ambiental e acadêmico.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"/>
              <a:t>Acesso à consultas de qualidade e de precisão;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s"/>
              <a:t>Redução de erros;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s"/>
              <a:t>Soluções adaptadas à realidade e à necessidade da clínica (cliente);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s"/>
              <a:t>Redução de papelada, garantindo a sustentabilidade;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s"/>
              <a:t>Aplicação prática do conhecimento aprendido na faculdade;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s"/>
              <a:t>Desenvolvimento de habilidades profissionais para nós alunos;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"/>
              <a:t>Networking, que pode abrir portas para oportunidades de emprego ou estágios.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985" name="Google Shape;985;p46"/>
          <p:cNvGrpSpPr/>
          <p:nvPr/>
        </p:nvGrpSpPr>
        <p:grpSpPr>
          <a:xfrm flipH="1">
            <a:off x="-815849" y="1195609"/>
            <a:ext cx="2895877" cy="3460468"/>
            <a:chOff x="3381800" y="3305925"/>
            <a:chExt cx="376925" cy="450400"/>
          </a:xfrm>
        </p:grpSpPr>
        <p:sp>
          <p:nvSpPr>
            <p:cNvPr id="986" name="Google Shape;986;p46"/>
            <p:cNvSpPr/>
            <p:nvPr/>
          </p:nvSpPr>
          <p:spPr>
            <a:xfrm>
              <a:off x="3381800" y="3305925"/>
              <a:ext cx="376925" cy="450400"/>
            </a:xfrm>
            <a:custGeom>
              <a:rect b="b" l="l" r="r" t="t"/>
              <a:pathLst>
                <a:path extrusionOk="0" h="18016" w="15077">
                  <a:moveTo>
                    <a:pt x="6199" y="0"/>
                  </a:moveTo>
                  <a:cubicBezTo>
                    <a:pt x="5933" y="0"/>
                    <a:pt x="5662" y="68"/>
                    <a:pt x="5410" y="209"/>
                  </a:cubicBezTo>
                  <a:lnTo>
                    <a:pt x="1003" y="2731"/>
                  </a:lnTo>
                  <a:cubicBezTo>
                    <a:pt x="243" y="3157"/>
                    <a:pt x="0" y="4130"/>
                    <a:pt x="426" y="4859"/>
                  </a:cubicBezTo>
                  <a:lnTo>
                    <a:pt x="7538" y="17230"/>
                  </a:lnTo>
                  <a:cubicBezTo>
                    <a:pt x="7823" y="17739"/>
                    <a:pt x="8339" y="18016"/>
                    <a:pt x="8878" y="18016"/>
                  </a:cubicBezTo>
                  <a:cubicBezTo>
                    <a:pt x="9143" y="18016"/>
                    <a:pt x="9415" y="17948"/>
                    <a:pt x="9666" y="17808"/>
                  </a:cubicBezTo>
                  <a:lnTo>
                    <a:pt x="14073" y="15285"/>
                  </a:lnTo>
                  <a:cubicBezTo>
                    <a:pt x="14833" y="14859"/>
                    <a:pt x="15076" y="13887"/>
                    <a:pt x="14651" y="13157"/>
                  </a:cubicBezTo>
                  <a:lnTo>
                    <a:pt x="7538" y="786"/>
                  </a:lnTo>
                  <a:cubicBezTo>
                    <a:pt x="7253" y="278"/>
                    <a:pt x="6737" y="0"/>
                    <a:pt x="61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6"/>
            <p:cNvSpPr/>
            <p:nvPr/>
          </p:nvSpPr>
          <p:spPr>
            <a:xfrm>
              <a:off x="3427375" y="3400900"/>
              <a:ext cx="47150" cy="41600"/>
            </a:xfrm>
            <a:custGeom>
              <a:rect b="b" l="l" r="r" t="t"/>
              <a:pathLst>
                <a:path extrusionOk="0" h="1664" w="1886">
                  <a:moveTo>
                    <a:pt x="932" y="1"/>
                  </a:moveTo>
                  <a:cubicBezTo>
                    <a:pt x="790" y="1"/>
                    <a:pt x="647" y="38"/>
                    <a:pt x="517" y="118"/>
                  </a:cubicBezTo>
                  <a:cubicBezTo>
                    <a:pt x="122" y="331"/>
                    <a:pt x="1" y="847"/>
                    <a:pt x="214" y="1243"/>
                  </a:cubicBezTo>
                  <a:cubicBezTo>
                    <a:pt x="377" y="1508"/>
                    <a:pt x="650" y="1664"/>
                    <a:pt x="931" y="1664"/>
                  </a:cubicBezTo>
                  <a:cubicBezTo>
                    <a:pt x="1069" y="1664"/>
                    <a:pt x="1208" y="1626"/>
                    <a:pt x="1338" y="1547"/>
                  </a:cubicBezTo>
                  <a:cubicBezTo>
                    <a:pt x="1764" y="1334"/>
                    <a:pt x="1885" y="817"/>
                    <a:pt x="1673" y="422"/>
                  </a:cubicBezTo>
                  <a:cubicBezTo>
                    <a:pt x="1509" y="157"/>
                    <a:pt x="1223" y="1"/>
                    <a:pt x="9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46"/>
            <p:cNvSpPr/>
            <p:nvPr/>
          </p:nvSpPr>
          <p:spPr>
            <a:xfrm>
              <a:off x="3466125" y="3469050"/>
              <a:ext cx="47900" cy="41500"/>
            </a:xfrm>
            <a:custGeom>
              <a:rect b="b" l="l" r="r" t="t"/>
              <a:pathLst>
                <a:path extrusionOk="0" h="1660" w="1916">
                  <a:moveTo>
                    <a:pt x="935" y="1"/>
                  </a:moveTo>
                  <a:cubicBezTo>
                    <a:pt x="803" y="1"/>
                    <a:pt x="670" y="32"/>
                    <a:pt x="548" y="97"/>
                  </a:cubicBezTo>
                  <a:cubicBezTo>
                    <a:pt x="153" y="340"/>
                    <a:pt x="1" y="857"/>
                    <a:pt x="244" y="1252"/>
                  </a:cubicBezTo>
                  <a:cubicBezTo>
                    <a:pt x="387" y="1518"/>
                    <a:pt x="667" y="1660"/>
                    <a:pt x="956" y="1660"/>
                  </a:cubicBezTo>
                  <a:cubicBezTo>
                    <a:pt x="1096" y="1660"/>
                    <a:pt x="1239" y="1626"/>
                    <a:pt x="1369" y="1556"/>
                  </a:cubicBezTo>
                  <a:cubicBezTo>
                    <a:pt x="1764" y="1313"/>
                    <a:pt x="1916" y="827"/>
                    <a:pt x="1673" y="431"/>
                  </a:cubicBezTo>
                  <a:cubicBezTo>
                    <a:pt x="1525" y="158"/>
                    <a:pt x="1232" y="1"/>
                    <a:pt x="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46"/>
            <p:cNvSpPr/>
            <p:nvPr/>
          </p:nvSpPr>
          <p:spPr>
            <a:xfrm>
              <a:off x="3505650" y="3537275"/>
              <a:ext cx="47150" cy="41250"/>
            </a:xfrm>
            <a:custGeom>
              <a:rect b="b" l="l" r="r" t="t"/>
              <a:pathLst>
                <a:path extrusionOk="0" h="1650" w="1886">
                  <a:moveTo>
                    <a:pt x="931" y="0"/>
                  </a:moveTo>
                  <a:cubicBezTo>
                    <a:pt x="790" y="0"/>
                    <a:pt x="647" y="34"/>
                    <a:pt x="517" y="104"/>
                  </a:cubicBezTo>
                  <a:cubicBezTo>
                    <a:pt x="122" y="347"/>
                    <a:pt x="1" y="833"/>
                    <a:pt x="213" y="1228"/>
                  </a:cubicBezTo>
                  <a:cubicBezTo>
                    <a:pt x="377" y="1494"/>
                    <a:pt x="650" y="1649"/>
                    <a:pt x="940" y="1649"/>
                  </a:cubicBezTo>
                  <a:cubicBezTo>
                    <a:pt x="1082" y="1649"/>
                    <a:pt x="1229" y="1612"/>
                    <a:pt x="1368" y="1532"/>
                  </a:cubicBezTo>
                  <a:cubicBezTo>
                    <a:pt x="1763" y="1320"/>
                    <a:pt x="1885" y="803"/>
                    <a:pt x="1672" y="408"/>
                  </a:cubicBezTo>
                  <a:cubicBezTo>
                    <a:pt x="1509" y="142"/>
                    <a:pt x="1222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46"/>
            <p:cNvSpPr/>
            <p:nvPr/>
          </p:nvSpPr>
          <p:spPr>
            <a:xfrm>
              <a:off x="3544400" y="3605325"/>
              <a:ext cx="47900" cy="41600"/>
            </a:xfrm>
            <a:custGeom>
              <a:rect b="b" l="l" r="r" t="t"/>
              <a:pathLst>
                <a:path extrusionOk="0" h="1664" w="1916">
                  <a:moveTo>
                    <a:pt x="961" y="0"/>
                  </a:moveTo>
                  <a:cubicBezTo>
                    <a:pt x="821" y="0"/>
                    <a:pt x="678" y="37"/>
                    <a:pt x="548" y="117"/>
                  </a:cubicBezTo>
                  <a:cubicBezTo>
                    <a:pt x="153" y="330"/>
                    <a:pt x="1" y="847"/>
                    <a:pt x="244" y="1242"/>
                  </a:cubicBezTo>
                  <a:cubicBezTo>
                    <a:pt x="387" y="1507"/>
                    <a:pt x="667" y="1663"/>
                    <a:pt x="955" y="1663"/>
                  </a:cubicBezTo>
                  <a:cubicBezTo>
                    <a:pt x="1096" y="1663"/>
                    <a:pt x="1239" y="1626"/>
                    <a:pt x="1369" y="1546"/>
                  </a:cubicBezTo>
                  <a:cubicBezTo>
                    <a:pt x="1764" y="1333"/>
                    <a:pt x="1916" y="816"/>
                    <a:pt x="1672" y="421"/>
                  </a:cubicBezTo>
                  <a:cubicBezTo>
                    <a:pt x="1530" y="156"/>
                    <a:pt x="1250" y="0"/>
                    <a:pt x="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6"/>
            <p:cNvSpPr/>
            <p:nvPr/>
          </p:nvSpPr>
          <p:spPr>
            <a:xfrm>
              <a:off x="3583925" y="3673700"/>
              <a:ext cx="47125" cy="41275"/>
            </a:xfrm>
            <a:custGeom>
              <a:rect b="b" l="l" r="r" t="t"/>
              <a:pathLst>
                <a:path extrusionOk="0" h="1651" w="1885">
                  <a:moveTo>
                    <a:pt x="945" y="1"/>
                  </a:moveTo>
                  <a:cubicBezTo>
                    <a:pt x="803" y="1"/>
                    <a:pt x="657" y="38"/>
                    <a:pt x="517" y="118"/>
                  </a:cubicBezTo>
                  <a:cubicBezTo>
                    <a:pt x="122" y="331"/>
                    <a:pt x="0" y="847"/>
                    <a:pt x="213" y="1243"/>
                  </a:cubicBezTo>
                  <a:cubicBezTo>
                    <a:pt x="376" y="1508"/>
                    <a:pt x="663" y="1650"/>
                    <a:pt x="954" y="1650"/>
                  </a:cubicBezTo>
                  <a:cubicBezTo>
                    <a:pt x="1096" y="1650"/>
                    <a:pt x="1239" y="1616"/>
                    <a:pt x="1368" y="1547"/>
                  </a:cubicBezTo>
                  <a:cubicBezTo>
                    <a:pt x="1763" y="1303"/>
                    <a:pt x="1885" y="817"/>
                    <a:pt x="1672" y="422"/>
                  </a:cubicBezTo>
                  <a:cubicBezTo>
                    <a:pt x="1509" y="157"/>
                    <a:pt x="1236" y="1"/>
                    <a:pt x="9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3511725" y="3352625"/>
              <a:ext cx="47150" cy="41250"/>
            </a:xfrm>
            <a:custGeom>
              <a:rect b="b" l="l" r="r" t="t"/>
              <a:pathLst>
                <a:path extrusionOk="0" h="1650" w="1886">
                  <a:moveTo>
                    <a:pt x="930" y="0"/>
                  </a:moveTo>
                  <a:cubicBezTo>
                    <a:pt x="790" y="0"/>
                    <a:pt x="647" y="34"/>
                    <a:pt x="517" y="104"/>
                  </a:cubicBezTo>
                  <a:cubicBezTo>
                    <a:pt x="122" y="347"/>
                    <a:pt x="1" y="833"/>
                    <a:pt x="213" y="1228"/>
                  </a:cubicBezTo>
                  <a:cubicBezTo>
                    <a:pt x="377" y="1494"/>
                    <a:pt x="650" y="1649"/>
                    <a:pt x="931" y="1649"/>
                  </a:cubicBezTo>
                  <a:cubicBezTo>
                    <a:pt x="1069" y="1649"/>
                    <a:pt x="1208" y="1612"/>
                    <a:pt x="1338" y="1532"/>
                  </a:cubicBezTo>
                  <a:cubicBezTo>
                    <a:pt x="1733" y="1319"/>
                    <a:pt x="1885" y="803"/>
                    <a:pt x="1642" y="408"/>
                  </a:cubicBezTo>
                  <a:cubicBezTo>
                    <a:pt x="1499" y="142"/>
                    <a:pt x="1219" y="0"/>
                    <a:pt x="9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6"/>
            <p:cNvSpPr/>
            <p:nvPr/>
          </p:nvSpPr>
          <p:spPr>
            <a:xfrm>
              <a:off x="3550475" y="3420675"/>
              <a:ext cx="47900" cy="41575"/>
            </a:xfrm>
            <a:custGeom>
              <a:rect b="b" l="l" r="r" t="t"/>
              <a:pathLst>
                <a:path extrusionOk="0" h="1663" w="1916">
                  <a:moveTo>
                    <a:pt x="962" y="0"/>
                  </a:moveTo>
                  <a:cubicBezTo>
                    <a:pt x="821" y="0"/>
                    <a:pt x="678" y="37"/>
                    <a:pt x="548" y="117"/>
                  </a:cubicBezTo>
                  <a:cubicBezTo>
                    <a:pt x="153" y="330"/>
                    <a:pt x="1" y="847"/>
                    <a:pt x="244" y="1242"/>
                  </a:cubicBezTo>
                  <a:cubicBezTo>
                    <a:pt x="387" y="1507"/>
                    <a:pt x="667" y="1663"/>
                    <a:pt x="955" y="1663"/>
                  </a:cubicBezTo>
                  <a:cubicBezTo>
                    <a:pt x="1096" y="1663"/>
                    <a:pt x="1239" y="1626"/>
                    <a:pt x="1369" y="1546"/>
                  </a:cubicBezTo>
                  <a:cubicBezTo>
                    <a:pt x="1764" y="1333"/>
                    <a:pt x="1916" y="816"/>
                    <a:pt x="1673" y="421"/>
                  </a:cubicBezTo>
                  <a:cubicBezTo>
                    <a:pt x="1530" y="156"/>
                    <a:pt x="1250" y="0"/>
                    <a:pt x="9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6"/>
            <p:cNvSpPr/>
            <p:nvPr/>
          </p:nvSpPr>
          <p:spPr>
            <a:xfrm>
              <a:off x="3590000" y="3489050"/>
              <a:ext cx="47125" cy="41250"/>
            </a:xfrm>
            <a:custGeom>
              <a:rect b="b" l="l" r="r" t="t"/>
              <a:pathLst>
                <a:path extrusionOk="0" h="1650" w="1885">
                  <a:moveTo>
                    <a:pt x="932" y="1"/>
                  </a:moveTo>
                  <a:cubicBezTo>
                    <a:pt x="790" y="1"/>
                    <a:pt x="647" y="38"/>
                    <a:pt x="517" y="118"/>
                  </a:cubicBezTo>
                  <a:cubicBezTo>
                    <a:pt x="122" y="331"/>
                    <a:pt x="0" y="847"/>
                    <a:pt x="213" y="1242"/>
                  </a:cubicBezTo>
                  <a:cubicBezTo>
                    <a:pt x="377" y="1508"/>
                    <a:pt x="650" y="1650"/>
                    <a:pt x="931" y="1650"/>
                  </a:cubicBezTo>
                  <a:cubicBezTo>
                    <a:pt x="1069" y="1650"/>
                    <a:pt x="1208" y="1616"/>
                    <a:pt x="1338" y="1546"/>
                  </a:cubicBezTo>
                  <a:cubicBezTo>
                    <a:pt x="1763" y="1303"/>
                    <a:pt x="1885" y="817"/>
                    <a:pt x="1672" y="422"/>
                  </a:cubicBezTo>
                  <a:cubicBezTo>
                    <a:pt x="1509" y="156"/>
                    <a:pt x="1222" y="1"/>
                    <a:pt x="9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6"/>
            <p:cNvSpPr/>
            <p:nvPr/>
          </p:nvSpPr>
          <p:spPr>
            <a:xfrm>
              <a:off x="3628750" y="3557025"/>
              <a:ext cx="47900" cy="41250"/>
            </a:xfrm>
            <a:custGeom>
              <a:rect b="b" l="l" r="r" t="t"/>
              <a:pathLst>
                <a:path extrusionOk="0" h="1650" w="1916">
                  <a:moveTo>
                    <a:pt x="961" y="0"/>
                  </a:moveTo>
                  <a:cubicBezTo>
                    <a:pt x="820" y="0"/>
                    <a:pt x="677" y="34"/>
                    <a:pt x="548" y="104"/>
                  </a:cubicBezTo>
                  <a:cubicBezTo>
                    <a:pt x="153" y="347"/>
                    <a:pt x="1" y="834"/>
                    <a:pt x="244" y="1229"/>
                  </a:cubicBezTo>
                  <a:cubicBezTo>
                    <a:pt x="387" y="1494"/>
                    <a:pt x="667" y="1650"/>
                    <a:pt x="955" y="1650"/>
                  </a:cubicBezTo>
                  <a:cubicBezTo>
                    <a:pt x="1096" y="1650"/>
                    <a:pt x="1239" y="1612"/>
                    <a:pt x="1368" y="1533"/>
                  </a:cubicBezTo>
                  <a:cubicBezTo>
                    <a:pt x="1764" y="1320"/>
                    <a:pt x="1916" y="803"/>
                    <a:pt x="1672" y="408"/>
                  </a:cubicBezTo>
                  <a:cubicBezTo>
                    <a:pt x="1529" y="142"/>
                    <a:pt x="1249" y="0"/>
                    <a:pt x="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6"/>
            <p:cNvSpPr/>
            <p:nvPr/>
          </p:nvSpPr>
          <p:spPr>
            <a:xfrm>
              <a:off x="3668275" y="3625075"/>
              <a:ext cx="47125" cy="41600"/>
            </a:xfrm>
            <a:custGeom>
              <a:rect b="b" l="l" r="r" t="t"/>
              <a:pathLst>
                <a:path extrusionOk="0" h="1664" w="1885">
                  <a:moveTo>
                    <a:pt x="932" y="1"/>
                  </a:moveTo>
                  <a:cubicBezTo>
                    <a:pt x="790" y="1"/>
                    <a:pt x="647" y="38"/>
                    <a:pt x="517" y="118"/>
                  </a:cubicBezTo>
                  <a:cubicBezTo>
                    <a:pt x="122" y="330"/>
                    <a:pt x="0" y="847"/>
                    <a:pt x="213" y="1242"/>
                  </a:cubicBezTo>
                  <a:cubicBezTo>
                    <a:pt x="376" y="1508"/>
                    <a:pt x="649" y="1663"/>
                    <a:pt x="940" y="1663"/>
                  </a:cubicBezTo>
                  <a:cubicBezTo>
                    <a:pt x="1082" y="1663"/>
                    <a:pt x="1228" y="1626"/>
                    <a:pt x="1368" y="1546"/>
                  </a:cubicBezTo>
                  <a:cubicBezTo>
                    <a:pt x="1763" y="1333"/>
                    <a:pt x="1885" y="817"/>
                    <a:pt x="1672" y="422"/>
                  </a:cubicBezTo>
                  <a:cubicBezTo>
                    <a:pt x="1509" y="156"/>
                    <a:pt x="1222" y="1"/>
                    <a:pt x="9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46"/>
            <p:cNvSpPr/>
            <p:nvPr/>
          </p:nvSpPr>
          <p:spPr>
            <a:xfrm>
              <a:off x="3490450" y="3396175"/>
              <a:ext cx="161875" cy="274850"/>
            </a:xfrm>
            <a:custGeom>
              <a:rect b="b" l="l" r="r" t="t"/>
              <a:pathLst>
                <a:path extrusionOk="0" h="10994" w="6475">
                  <a:moveTo>
                    <a:pt x="171" y="0"/>
                  </a:moveTo>
                  <a:cubicBezTo>
                    <a:pt x="143" y="0"/>
                    <a:pt x="115" y="10"/>
                    <a:pt x="92" y="33"/>
                  </a:cubicBezTo>
                  <a:cubicBezTo>
                    <a:pt x="1" y="64"/>
                    <a:pt x="1" y="155"/>
                    <a:pt x="31" y="246"/>
                  </a:cubicBezTo>
                  <a:lnTo>
                    <a:pt x="6171" y="10915"/>
                  </a:lnTo>
                  <a:cubicBezTo>
                    <a:pt x="6190" y="10973"/>
                    <a:pt x="6234" y="10994"/>
                    <a:pt x="6287" y="10994"/>
                  </a:cubicBezTo>
                  <a:cubicBezTo>
                    <a:pt x="6317" y="10994"/>
                    <a:pt x="6350" y="10987"/>
                    <a:pt x="6384" y="10976"/>
                  </a:cubicBezTo>
                  <a:cubicBezTo>
                    <a:pt x="6445" y="10945"/>
                    <a:pt x="6475" y="10854"/>
                    <a:pt x="6445" y="10763"/>
                  </a:cubicBezTo>
                  <a:lnTo>
                    <a:pt x="305" y="64"/>
                  </a:lnTo>
                  <a:cubicBezTo>
                    <a:pt x="267" y="26"/>
                    <a:pt x="218" y="0"/>
                    <a:pt x="1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46"/>
          <p:cNvGrpSpPr/>
          <p:nvPr/>
        </p:nvGrpSpPr>
        <p:grpSpPr>
          <a:xfrm flipH="1" rot="-5400000">
            <a:off x="-2038467" y="2221472"/>
            <a:ext cx="2732678" cy="3971982"/>
            <a:chOff x="1610475" y="3988950"/>
            <a:chExt cx="351850" cy="511425"/>
          </a:xfrm>
        </p:grpSpPr>
        <p:sp>
          <p:nvSpPr>
            <p:cNvPr id="999" name="Google Shape;999;p46"/>
            <p:cNvSpPr/>
            <p:nvPr/>
          </p:nvSpPr>
          <p:spPr>
            <a:xfrm>
              <a:off x="1610475" y="3988950"/>
              <a:ext cx="351850" cy="511425"/>
            </a:xfrm>
            <a:custGeom>
              <a:rect b="b" l="l" r="r" t="t"/>
              <a:pathLst>
                <a:path extrusionOk="0" h="20457" w="14074">
                  <a:moveTo>
                    <a:pt x="1277" y="1"/>
                  </a:moveTo>
                  <a:cubicBezTo>
                    <a:pt x="578" y="1"/>
                    <a:pt x="1" y="578"/>
                    <a:pt x="1" y="1277"/>
                  </a:cubicBezTo>
                  <a:lnTo>
                    <a:pt x="1" y="19180"/>
                  </a:lnTo>
                  <a:cubicBezTo>
                    <a:pt x="1" y="19879"/>
                    <a:pt x="578" y="20457"/>
                    <a:pt x="1277" y="20457"/>
                  </a:cubicBezTo>
                  <a:lnTo>
                    <a:pt x="12797" y="20457"/>
                  </a:lnTo>
                  <a:cubicBezTo>
                    <a:pt x="13496" y="20457"/>
                    <a:pt x="14074" y="19879"/>
                    <a:pt x="14074" y="19180"/>
                  </a:cubicBezTo>
                  <a:lnTo>
                    <a:pt x="14074" y="1277"/>
                  </a:lnTo>
                  <a:cubicBezTo>
                    <a:pt x="14074" y="578"/>
                    <a:pt x="13496" y="1"/>
                    <a:pt x="12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6"/>
            <p:cNvSpPr/>
            <p:nvPr/>
          </p:nvSpPr>
          <p:spPr>
            <a:xfrm>
              <a:off x="1642400" y="4212350"/>
              <a:ext cx="128450" cy="64625"/>
            </a:xfrm>
            <a:custGeom>
              <a:rect b="b" l="l" r="r" t="t"/>
              <a:pathLst>
                <a:path extrusionOk="0" h="2585" w="5138">
                  <a:moveTo>
                    <a:pt x="1277" y="1"/>
                  </a:moveTo>
                  <a:cubicBezTo>
                    <a:pt x="578" y="1"/>
                    <a:pt x="0" y="578"/>
                    <a:pt x="0" y="1308"/>
                  </a:cubicBezTo>
                  <a:cubicBezTo>
                    <a:pt x="0" y="2007"/>
                    <a:pt x="578" y="2584"/>
                    <a:pt x="1277" y="2584"/>
                  </a:cubicBezTo>
                  <a:lnTo>
                    <a:pt x="3830" y="2584"/>
                  </a:lnTo>
                  <a:cubicBezTo>
                    <a:pt x="4560" y="2584"/>
                    <a:pt x="5137" y="2007"/>
                    <a:pt x="5137" y="1308"/>
                  </a:cubicBezTo>
                  <a:cubicBezTo>
                    <a:pt x="5137" y="578"/>
                    <a:pt x="4560" y="1"/>
                    <a:pt x="3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6"/>
            <p:cNvSpPr/>
            <p:nvPr/>
          </p:nvSpPr>
          <p:spPr>
            <a:xfrm>
              <a:off x="1714575" y="4220725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90"/>
                    <a:pt x="1916" y="97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6"/>
            <p:cNvSpPr/>
            <p:nvPr/>
          </p:nvSpPr>
          <p:spPr>
            <a:xfrm>
              <a:off x="1642400" y="4116600"/>
              <a:ext cx="128450" cy="63875"/>
            </a:xfrm>
            <a:custGeom>
              <a:rect b="b" l="l" r="r" t="t"/>
              <a:pathLst>
                <a:path extrusionOk="0" h="2555" w="5138">
                  <a:moveTo>
                    <a:pt x="1277" y="1"/>
                  </a:moveTo>
                  <a:cubicBezTo>
                    <a:pt x="578" y="1"/>
                    <a:pt x="0" y="578"/>
                    <a:pt x="0" y="1278"/>
                  </a:cubicBezTo>
                  <a:cubicBezTo>
                    <a:pt x="0" y="2007"/>
                    <a:pt x="578" y="2554"/>
                    <a:pt x="1277" y="2554"/>
                  </a:cubicBezTo>
                  <a:lnTo>
                    <a:pt x="3830" y="2554"/>
                  </a:lnTo>
                  <a:cubicBezTo>
                    <a:pt x="4560" y="2554"/>
                    <a:pt x="5137" y="2007"/>
                    <a:pt x="5137" y="1278"/>
                  </a:cubicBezTo>
                  <a:cubicBezTo>
                    <a:pt x="5137" y="578"/>
                    <a:pt x="4560" y="1"/>
                    <a:pt x="3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6"/>
            <p:cNvSpPr/>
            <p:nvPr/>
          </p:nvSpPr>
          <p:spPr>
            <a:xfrm>
              <a:off x="1714575" y="4124975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90"/>
                    <a:pt x="1916" y="94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6"/>
            <p:cNvSpPr/>
            <p:nvPr/>
          </p:nvSpPr>
          <p:spPr>
            <a:xfrm>
              <a:off x="1642400" y="4020875"/>
              <a:ext cx="128450" cy="63850"/>
            </a:xfrm>
            <a:custGeom>
              <a:rect b="b" l="l" r="r" t="t"/>
              <a:pathLst>
                <a:path extrusionOk="0" h="2554" w="5138">
                  <a:moveTo>
                    <a:pt x="1277" y="0"/>
                  </a:moveTo>
                  <a:cubicBezTo>
                    <a:pt x="578" y="0"/>
                    <a:pt x="0" y="578"/>
                    <a:pt x="0" y="1277"/>
                  </a:cubicBezTo>
                  <a:cubicBezTo>
                    <a:pt x="0" y="1976"/>
                    <a:pt x="578" y="2553"/>
                    <a:pt x="1277" y="2553"/>
                  </a:cubicBezTo>
                  <a:lnTo>
                    <a:pt x="3830" y="2553"/>
                  </a:lnTo>
                  <a:cubicBezTo>
                    <a:pt x="4560" y="2553"/>
                    <a:pt x="5137" y="1976"/>
                    <a:pt x="5137" y="1277"/>
                  </a:cubicBezTo>
                  <a:cubicBezTo>
                    <a:pt x="5137" y="578"/>
                    <a:pt x="4560" y="0"/>
                    <a:pt x="3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6"/>
            <p:cNvSpPr/>
            <p:nvPr/>
          </p:nvSpPr>
          <p:spPr>
            <a:xfrm>
              <a:off x="1714575" y="4029225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90"/>
                    <a:pt x="1916" y="94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6"/>
            <p:cNvSpPr/>
            <p:nvPr/>
          </p:nvSpPr>
          <p:spPr>
            <a:xfrm>
              <a:off x="1642400" y="4404600"/>
              <a:ext cx="128450" cy="63875"/>
            </a:xfrm>
            <a:custGeom>
              <a:rect b="b" l="l" r="r" t="t"/>
              <a:pathLst>
                <a:path extrusionOk="0" h="2555" w="5138">
                  <a:moveTo>
                    <a:pt x="1277" y="1"/>
                  </a:moveTo>
                  <a:cubicBezTo>
                    <a:pt x="578" y="1"/>
                    <a:pt x="0" y="578"/>
                    <a:pt x="0" y="1278"/>
                  </a:cubicBezTo>
                  <a:cubicBezTo>
                    <a:pt x="0" y="1977"/>
                    <a:pt x="578" y="2554"/>
                    <a:pt x="1277" y="2554"/>
                  </a:cubicBezTo>
                  <a:lnTo>
                    <a:pt x="3830" y="2554"/>
                  </a:lnTo>
                  <a:cubicBezTo>
                    <a:pt x="4560" y="2554"/>
                    <a:pt x="5137" y="1977"/>
                    <a:pt x="5137" y="1278"/>
                  </a:cubicBezTo>
                  <a:cubicBezTo>
                    <a:pt x="5137" y="578"/>
                    <a:pt x="4560" y="1"/>
                    <a:pt x="3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6"/>
            <p:cNvSpPr/>
            <p:nvPr/>
          </p:nvSpPr>
          <p:spPr>
            <a:xfrm>
              <a:off x="1714575" y="4412200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1"/>
                  </a:moveTo>
                  <a:lnTo>
                    <a:pt x="1" y="1916"/>
                  </a:lnTo>
                  <a:lnTo>
                    <a:pt x="974" y="1916"/>
                  </a:lnTo>
                  <a:cubicBezTo>
                    <a:pt x="1490" y="1916"/>
                    <a:pt x="1916" y="1490"/>
                    <a:pt x="1916" y="974"/>
                  </a:cubicBezTo>
                  <a:cubicBezTo>
                    <a:pt x="1916" y="457"/>
                    <a:pt x="1490" y="1"/>
                    <a:pt x="9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6"/>
            <p:cNvSpPr/>
            <p:nvPr/>
          </p:nvSpPr>
          <p:spPr>
            <a:xfrm>
              <a:off x="1642400" y="4308875"/>
              <a:ext cx="128450" cy="63850"/>
            </a:xfrm>
            <a:custGeom>
              <a:rect b="b" l="l" r="r" t="t"/>
              <a:pathLst>
                <a:path extrusionOk="0" h="2554" w="5138">
                  <a:moveTo>
                    <a:pt x="1277" y="0"/>
                  </a:moveTo>
                  <a:cubicBezTo>
                    <a:pt x="578" y="0"/>
                    <a:pt x="0" y="578"/>
                    <a:pt x="0" y="1277"/>
                  </a:cubicBezTo>
                  <a:cubicBezTo>
                    <a:pt x="0" y="1976"/>
                    <a:pt x="578" y="2553"/>
                    <a:pt x="1277" y="2553"/>
                  </a:cubicBezTo>
                  <a:lnTo>
                    <a:pt x="3830" y="2553"/>
                  </a:lnTo>
                  <a:cubicBezTo>
                    <a:pt x="4560" y="2553"/>
                    <a:pt x="5137" y="1976"/>
                    <a:pt x="5137" y="1277"/>
                  </a:cubicBezTo>
                  <a:cubicBezTo>
                    <a:pt x="5137" y="578"/>
                    <a:pt x="4560" y="0"/>
                    <a:pt x="3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6"/>
            <p:cNvSpPr/>
            <p:nvPr/>
          </p:nvSpPr>
          <p:spPr>
            <a:xfrm>
              <a:off x="1714575" y="4316475"/>
              <a:ext cx="47900" cy="47875"/>
            </a:xfrm>
            <a:custGeom>
              <a:rect b="b" l="l" r="r" t="t"/>
              <a:pathLst>
                <a:path extrusionOk="0" h="1915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89"/>
                    <a:pt x="1916" y="97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6"/>
            <p:cNvSpPr/>
            <p:nvPr/>
          </p:nvSpPr>
          <p:spPr>
            <a:xfrm>
              <a:off x="1802725" y="4212350"/>
              <a:ext cx="127700" cy="64625"/>
            </a:xfrm>
            <a:custGeom>
              <a:rect b="b" l="l" r="r" t="t"/>
              <a:pathLst>
                <a:path extrusionOk="0" h="2585" w="5108">
                  <a:moveTo>
                    <a:pt x="1277" y="1"/>
                  </a:moveTo>
                  <a:cubicBezTo>
                    <a:pt x="548" y="1"/>
                    <a:pt x="1" y="578"/>
                    <a:pt x="1" y="1308"/>
                  </a:cubicBezTo>
                  <a:cubicBezTo>
                    <a:pt x="1" y="2007"/>
                    <a:pt x="548" y="2584"/>
                    <a:pt x="1277" y="2584"/>
                  </a:cubicBezTo>
                  <a:lnTo>
                    <a:pt x="3831" y="2584"/>
                  </a:lnTo>
                  <a:cubicBezTo>
                    <a:pt x="4530" y="2584"/>
                    <a:pt x="5107" y="2007"/>
                    <a:pt x="5107" y="1308"/>
                  </a:cubicBezTo>
                  <a:cubicBezTo>
                    <a:pt x="5107" y="578"/>
                    <a:pt x="4530" y="1"/>
                    <a:pt x="38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6"/>
            <p:cNvSpPr/>
            <p:nvPr/>
          </p:nvSpPr>
          <p:spPr>
            <a:xfrm>
              <a:off x="1874150" y="4220725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90"/>
                    <a:pt x="1916" y="97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6"/>
            <p:cNvSpPr/>
            <p:nvPr/>
          </p:nvSpPr>
          <p:spPr>
            <a:xfrm>
              <a:off x="1802725" y="4116600"/>
              <a:ext cx="127700" cy="63875"/>
            </a:xfrm>
            <a:custGeom>
              <a:rect b="b" l="l" r="r" t="t"/>
              <a:pathLst>
                <a:path extrusionOk="0" h="2555" w="5108">
                  <a:moveTo>
                    <a:pt x="1277" y="1"/>
                  </a:moveTo>
                  <a:cubicBezTo>
                    <a:pt x="548" y="1"/>
                    <a:pt x="1" y="578"/>
                    <a:pt x="1" y="1278"/>
                  </a:cubicBezTo>
                  <a:cubicBezTo>
                    <a:pt x="1" y="2007"/>
                    <a:pt x="548" y="2554"/>
                    <a:pt x="1277" y="2554"/>
                  </a:cubicBezTo>
                  <a:lnTo>
                    <a:pt x="3831" y="2554"/>
                  </a:lnTo>
                  <a:cubicBezTo>
                    <a:pt x="4530" y="2554"/>
                    <a:pt x="5107" y="2007"/>
                    <a:pt x="5107" y="1278"/>
                  </a:cubicBezTo>
                  <a:cubicBezTo>
                    <a:pt x="5107" y="578"/>
                    <a:pt x="4530" y="1"/>
                    <a:pt x="38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6"/>
            <p:cNvSpPr/>
            <p:nvPr/>
          </p:nvSpPr>
          <p:spPr>
            <a:xfrm>
              <a:off x="1874150" y="4124975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90"/>
                    <a:pt x="1916" y="94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6"/>
            <p:cNvSpPr/>
            <p:nvPr/>
          </p:nvSpPr>
          <p:spPr>
            <a:xfrm>
              <a:off x="1802725" y="4020875"/>
              <a:ext cx="127700" cy="63850"/>
            </a:xfrm>
            <a:custGeom>
              <a:rect b="b" l="l" r="r" t="t"/>
              <a:pathLst>
                <a:path extrusionOk="0" h="2554" w="5108">
                  <a:moveTo>
                    <a:pt x="127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76"/>
                    <a:pt x="548" y="2553"/>
                    <a:pt x="1277" y="2553"/>
                  </a:cubicBezTo>
                  <a:lnTo>
                    <a:pt x="3831" y="2553"/>
                  </a:lnTo>
                  <a:cubicBezTo>
                    <a:pt x="4530" y="2553"/>
                    <a:pt x="5107" y="1976"/>
                    <a:pt x="5107" y="1277"/>
                  </a:cubicBezTo>
                  <a:cubicBezTo>
                    <a:pt x="5107" y="578"/>
                    <a:pt x="4530" y="0"/>
                    <a:pt x="38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6"/>
            <p:cNvSpPr/>
            <p:nvPr/>
          </p:nvSpPr>
          <p:spPr>
            <a:xfrm>
              <a:off x="1874150" y="4029225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90"/>
                    <a:pt x="1916" y="94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46"/>
            <p:cNvSpPr/>
            <p:nvPr/>
          </p:nvSpPr>
          <p:spPr>
            <a:xfrm>
              <a:off x="1802725" y="4404600"/>
              <a:ext cx="127700" cy="63875"/>
            </a:xfrm>
            <a:custGeom>
              <a:rect b="b" l="l" r="r" t="t"/>
              <a:pathLst>
                <a:path extrusionOk="0" h="2555" w="5108">
                  <a:moveTo>
                    <a:pt x="1277" y="1"/>
                  </a:moveTo>
                  <a:cubicBezTo>
                    <a:pt x="548" y="1"/>
                    <a:pt x="1" y="578"/>
                    <a:pt x="1" y="1278"/>
                  </a:cubicBezTo>
                  <a:cubicBezTo>
                    <a:pt x="1" y="1977"/>
                    <a:pt x="548" y="2554"/>
                    <a:pt x="1277" y="2554"/>
                  </a:cubicBezTo>
                  <a:lnTo>
                    <a:pt x="3831" y="2554"/>
                  </a:lnTo>
                  <a:cubicBezTo>
                    <a:pt x="4530" y="2554"/>
                    <a:pt x="5107" y="1977"/>
                    <a:pt x="5107" y="1278"/>
                  </a:cubicBezTo>
                  <a:cubicBezTo>
                    <a:pt x="5107" y="578"/>
                    <a:pt x="4530" y="1"/>
                    <a:pt x="38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46"/>
            <p:cNvSpPr/>
            <p:nvPr/>
          </p:nvSpPr>
          <p:spPr>
            <a:xfrm>
              <a:off x="1874150" y="4412200"/>
              <a:ext cx="47900" cy="47900"/>
            </a:xfrm>
            <a:custGeom>
              <a:rect b="b" l="l" r="r" t="t"/>
              <a:pathLst>
                <a:path extrusionOk="0" h="1916" w="1916">
                  <a:moveTo>
                    <a:pt x="1" y="1"/>
                  </a:moveTo>
                  <a:lnTo>
                    <a:pt x="1" y="1916"/>
                  </a:lnTo>
                  <a:lnTo>
                    <a:pt x="974" y="1916"/>
                  </a:lnTo>
                  <a:cubicBezTo>
                    <a:pt x="1490" y="1916"/>
                    <a:pt x="1916" y="1490"/>
                    <a:pt x="1916" y="974"/>
                  </a:cubicBezTo>
                  <a:cubicBezTo>
                    <a:pt x="1916" y="457"/>
                    <a:pt x="1490" y="1"/>
                    <a:pt x="9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6"/>
            <p:cNvSpPr/>
            <p:nvPr/>
          </p:nvSpPr>
          <p:spPr>
            <a:xfrm>
              <a:off x="1802725" y="4308875"/>
              <a:ext cx="127700" cy="63850"/>
            </a:xfrm>
            <a:custGeom>
              <a:rect b="b" l="l" r="r" t="t"/>
              <a:pathLst>
                <a:path extrusionOk="0" h="2554" w="5108">
                  <a:moveTo>
                    <a:pt x="127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76"/>
                    <a:pt x="548" y="2553"/>
                    <a:pt x="1277" y="2553"/>
                  </a:cubicBezTo>
                  <a:lnTo>
                    <a:pt x="3831" y="2553"/>
                  </a:lnTo>
                  <a:cubicBezTo>
                    <a:pt x="4530" y="2553"/>
                    <a:pt x="5107" y="1976"/>
                    <a:pt x="5107" y="1277"/>
                  </a:cubicBezTo>
                  <a:cubicBezTo>
                    <a:pt x="5107" y="578"/>
                    <a:pt x="4530" y="0"/>
                    <a:pt x="38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6"/>
            <p:cNvSpPr/>
            <p:nvPr/>
          </p:nvSpPr>
          <p:spPr>
            <a:xfrm>
              <a:off x="1874150" y="4316475"/>
              <a:ext cx="47900" cy="47875"/>
            </a:xfrm>
            <a:custGeom>
              <a:rect b="b" l="l" r="r" t="t"/>
              <a:pathLst>
                <a:path extrusionOk="0" h="1915" w="1916">
                  <a:moveTo>
                    <a:pt x="1" y="0"/>
                  </a:moveTo>
                  <a:lnTo>
                    <a:pt x="1" y="1915"/>
                  </a:lnTo>
                  <a:lnTo>
                    <a:pt x="974" y="1915"/>
                  </a:lnTo>
                  <a:cubicBezTo>
                    <a:pt x="1490" y="1915"/>
                    <a:pt x="1916" y="1489"/>
                    <a:pt x="1916" y="973"/>
                  </a:cubicBezTo>
                  <a:cubicBezTo>
                    <a:pt x="1916" y="426"/>
                    <a:pt x="1490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0" name="Google Shape;1020;p46"/>
          <p:cNvGrpSpPr/>
          <p:nvPr/>
        </p:nvGrpSpPr>
        <p:grpSpPr>
          <a:xfrm flipH="1">
            <a:off x="1471420" y="2071791"/>
            <a:ext cx="1724622" cy="3971960"/>
            <a:chOff x="5328975" y="2642325"/>
            <a:chExt cx="376950" cy="868150"/>
          </a:xfrm>
        </p:grpSpPr>
        <p:sp>
          <p:nvSpPr>
            <p:cNvPr id="1021" name="Google Shape;1021;p46"/>
            <p:cNvSpPr/>
            <p:nvPr/>
          </p:nvSpPr>
          <p:spPr>
            <a:xfrm>
              <a:off x="5328975" y="2642325"/>
              <a:ext cx="376950" cy="868150"/>
            </a:xfrm>
            <a:custGeom>
              <a:rect b="b" l="l" r="r" t="t"/>
              <a:pathLst>
                <a:path extrusionOk="0" h="34726" w="15078">
                  <a:moveTo>
                    <a:pt x="1602" y="1"/>
                  </a:moveTo>
                  <a:cubicBezTo>
                    <a:pt x="734" y="1"/>
                    <a:pt x="67" y="668"/>
                    <a:pt x="67" y="1535"/>
                  </a:cubicBezTo>
                  <a:lnTo>
                    <a:pt x="1" y="33158"/>
                  </a:lnTo>
                  <a:cubicBezTo>
                    <a:pt x="1" y="34025"/>
                    <a:pt x="701" y="34726"/>
                    <a:pt x="1535" y="34726"/>
                  </a:cubicBezTo>
                  <a:lnTo>
                    <a:pt x="13477" y="34726"/>
                  </a:lnTo>
                  <a:cubicBezTo>
                    <a:pt x="14344" y="34726"/>
                    <a:pt x="15011" y="34059"/>
                    <a:pt x="15011" y="33191"/>
                  </a:cubicBezTo>
                  <a:lnTo>
                    <a:pt x="15078" y="1535"/>
                  </a:lnTo>
                  <a:cubicBezTo>
                    <a:pt x="15078" y="701"/>
                    <a:pt x="14377" y="1"/>
                    <a:pt x="135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46"/>
            <p:cNvSpPr/>
            <p:nvPr/>
          </p:nvSpPr>
          <p:spPr>
            <a:xfrm>
              <a:off x="5543300" y="3371200"/>
              <a:ext cx="85925" cy="86750"/>
            </a:xfrm>
            <a:custGeom>
              <a:rect b="b" l="l" r="r" t="t"/>
              <a:pathLst>
                <a:path extrusionOk="0" h="3470" w="3437">
                  <a:moveTo>
                    <a:pt x="1735" y="0"/>
                  </a:moveTo>
                  <a:cubicBezTo>
                    <a:pt x="768" y="0"/>
                    <a:pt x="0" y="767"/>
                    <a:pt x="0" y="1735"/>
                  </a:cubicBezTo>
                  <a:cubicBezTo>
                    <a:pt x="0" y="2669"/>
                    <a:pt x="768" y="3469"/>
                    <a:pt x="1735" y="3469"/>
                  </a:cubicBezTo>
                  <a:cubicBezTo>
                    <a:pt x="2669" y="3469"/>
                    <a:pt x="3436" y="2702"/>
                    <a:pt x="3436" y="1735"/>
                  </a:cubicBezTo>
                  <a:cubicBezTo>
                    <a:pt x="3436" y="801"/>
                    <a:pt x="2669" y="0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6"/>
            <p:cNvSpPr/>
            <p:nvPr/>
          </p:nvSpPr>
          <p:spPr>
            <a:xfrm>
              <a:off x="5543300" y="3236100"/>
              <a:ext cx="86750" cy="85900"/>
            </a:xfrm>
            <a:custGeom>
              <a:rect b="b" l="l" r="r" t="t"/>
              <a:pathLst>
                <a:path extrusionOk="0" h="3436" w="3470">
                  <a:moveTo>
                    <a:pt x="1735" y="0"/>
                  </a:moveTo>
                  <a:cubicBezTo>
                    <a:pt x="768" y="0"/>
                    <a:pt x="0" y="767"/>
                    <a:pt x="0" y="1735"/>
                  </a:cubicBezTo>
                  <a:cubicBezTo>
                    <a:pt x="0" y="2669"/>
                    <a:pt x="768" y="3436"/>
                    <a:pt x="1735" y="3436"/>
                  </a:cubicBezTo>
                  <a:cubicBezTo>
                    <a:pt x="2669" y="3436"/>
                    <a:pt x="3436" y="2669"/>
                    <a:pt x="3436" y="1735"/>
                  </a:cubicBezTo>
                  <a:cubicBezTo>
                    <a:pt x="3469" y="767"/>
                    <a:pt x="2669" y="0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6"/>
            <p:cNvSpPr/>
            <p:nvPr/>
          </p:nvSpPr>
          <p:spPr>
            <a:xfrm>
              <a:off x="5543300" y="3101000"/>
              <a:ext cx="86750" cy="85925"/>
            </a:xfrm>
            <a:custGeom>
              <a:rect b="b" l="l" r="r" t="t"/>
              <a:pathLst>
                <a:path extrusionOk="0" h="3437" w="3470">
                  <a:moveTo>
                    <a:pt x="1735" y="0"/>
                  </a:moveTo>
                  <a:cubicBezTo>
                    <a:pt x="801" y="0"/>
                    <a:pt x="34" y="768"/>
                    <a:pt x="34" y="1735"/>
                  </a:cubicBezTo>
                  <a:cubicBezTo>
                    <a:pt x="0" y="2669"/>
                    <a:pt x="801" y="3436"/>
                    <a:pt x="1735" y="3436"/>
                  </a:cubicBezTo>
                  <a:cubicBezTo>
                    <a:pt x="2702" y="3436"/>
                    <a:pt x="3469" y="2669"/>
                    <a:pt x="3469" y="1735"/>
                  </a:cubicBezTo>
                  <a:cubicBezTo>
                    <a:pt x="3469" y="768"/>
                    <a:pt x="2702" y="0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6"/>
            <p:cNvSpPr/>
            <p:nvPr/>
          </p:nvSpPr>
          <p:spPr>
            <a:xfrm>
              <a:off x="5544125" y="2965900"/>
              <a:ext cx="85925" cy="85925"/>
            </a:xfrm>
            <a:custGeom>
              <a:rect b="b" l="l" r="r" t="t"/>
              <a:pathLst>
                <a:path extrusionOk="0" h="3437" w="3437">
                  <a:moveTo>
                    <a:pt x="1702" y="0"/>
                  </a:moveTo>
                  <a:cubicBezTo>
                    <a:pt x="768" y="0"/>
                    <a:pt x="1" y="768"/>
                    <a:pt x="1" y="1702"/>
                  </a:cubicBezTo>
                  <a:cubicBezTo>
                    <a:pt x="1" y="2669"/>
                    <a:pt x="768" y="3436"/>
                    <a:pt x="1702" y="3436"/>
                  </a:cubicBezTo>
                  <a:cubicBezTo>
                    <a:pt x="2669" y="3436"/>
                    <a:pt x="3436" y="2669"/>
                    <a:pt x="3436" y="1735"/>
                  </a:cubicBezTo>
                  <a:cubicBezTo>
                    <a:pt x="3436" y="768"/>
                    <a:pt x="2669" y="0"/>
                    <a:pt x="1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6"/>
            <p:cNvSpPr/>
            <p:nvPr/>
          </p:nvSpPr>
          <p:spPr>
            <a:xfrm>
              <a:off x="5544125" y="2830800"/>
              <a:ext cx="85925" cy="85925"/>
            </a:xfrm>
            <a:custGeom>
              <a:rect b="b" l="l" r="r" t="t"/>
              <a:pathLst>
                <a:path extrusionOk="0" h="3437" w="3437">
                  <a:moveTo>
                    <a:pt x="1735" y="1"/>
                  </a:moveTo>
                  <a:cubicBezTo>
                    <a:pt x="768" y="1"/>
                    <a:pt x="1" y="768"/>
                    <a:pt x="1" y="1702"/>
                  </a:cubicBezTo>
                  <a:cubicBezTo>
                    <a:pt x="1" y="2669"/>
                    <a:pt x="768" y="3436"/>
                    <a:pt x="1735" y="3436"/>
                  </a:cubicBezTo>
                  <a:cubicBezTo>
                    <a:pt x="2669" y="3436"/>
                    <a:pt x="3436" y="2669"/>
                    <a:pt x="3436" y="1702"/>
                  </a:cubicBezTo>
                  <a:cubicBezTo>
                    <a:pt x="3436" y="768"/>
                    <a:pt x="2669" y="1"/>
                    <a:pt x="1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6"/>
            <p:cNvSpPr/>
            <p:nvPr/>
          </p:nvSpPr>
          <p:spPr>
            <a:xfrm>
              <a:off x="5544125" y="2695700"/>
              <a:ext cx="86750" cy="85925"/>
            </a:xfrm>
            <a:custGeom>
              <a:rect b="b" l="l" r="r" t="t"/>
              <a:pathLst>
                <a:path extrusionOk="0" h="3437" w="3470">
                  <a:moveTo>
                    <a:pt x="1735" y="1"/>
                  </a:moveTo>
                  <a:cubicBezTo>
                    <a:pt x="768" y="1"/>
                    <a:pt x="1" y="768"/>
                    <a:pt x="1" y="1702"/>
                  </a:cubicBezTo>
                  <a:cubicBezTo>
                    <a:pt x="1" y="2669"/>
                    <a:pt x="768" y="3436"/>
                    <a:pt x="1735" y="3436"/>
                  </a:cubicBezTo>
                  <a:cubicBezTo>
                    <a:pt x="2669" y="3436"/>
                    <a:pt x="3436" y="2669"/>
                    <a:pt x="3436" y="1702"/>
                  </a:cubicBezTo>
                  <a:cubicBezTo>
                    <a:pt x="3470" y="768"/>
                    <a:pt x="2669" y="1"/>
                    <a:pt x="1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46"/>
            <p:cNvSpPr/>
            <p:nvPr/>
          </p:nvSpPr>
          <p:spPr>
            <a:xfrm>
              <a:off x="5404025" y="3371200"/>
              <a:ext cx="86750" cy="85900"/>
            </a:xfrm>
            <a:custGeom>
              <a:rect b="b" l="l" r="r" t="t"/>
              <a:pathLst>
                <a:path extrusionOk="0" h="3436" w="3470">
                  <a:moveTo>
                    <a:pt x="1735" y="0"/>
                  </a:moveTo>
                  <a:cubicBezTo>
                    <a:pt x="801" y="0"/>
                    <a:pt x="1" y="767"/>
                    <a:pt x="1" y="1735"/>
                  </a:cubicBezTo>
                  <a:cubicBezTo>
                    <a:pt x="1" y="2669"/>
                    <a:pt x="768" y="3436"/>
                    <a:pt x="1735" y="3436"/>
                  </a:cubicBezTo>
                  <a:cubicBezTo>
                    <a:pt x="2669" y="3436"/>
                    <a:pt x="3470" y="2669"/>
                    <a:pt x="3470" y="1735"/>
                  </a:cubicBezTo>
                  <a:cubicBezTo>
                    <a:pt x="3470" y="767"/>
                    <a:pt x="2703" y="0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46"/>
            <p:cNvSpPr/>
            <p:nvPr/>
          </p:nvSpPr>
          <p:spPr>
            <a:xfrm>
              <a:off x="5404875" y="3236100"/>
              <a:ext cx="85900" cy="85900"/>
            </a:xfrm>
            <a:custGeom>
              <a:rect b="b" l="l" r="r" t="t"/>
              <a:pathLst>
                <a:path extrusionOk="0" h="3436" w="3436">
                  <a:moveTo>
                    <a:pt x="1701" y="0"/>
                  </a:moveTo>
                  <a:cubicBezTo>
                    <a:pt x="767" y="0"/>
                    <a:pt x="0" y="767"/>
                    <a:pt x="0" y="1701"/>
                  </a:cubicBezTo>
                  <a:cubicBezTo>
                    <a:pt x="0" y="2669"/>
                    <a:pt x="767" y="3436"/>
                    <a:pt x="1701" y="3436"/>
                  </a:cubicBezTo>
                  <a:cubicBezTo>
                    <a:pt x="2669" y="3436"/>
                    <a:pt x="3436" y="2669"/>
                    <a:pt x="3436" y="1735"/>
                  </a:cubicBezTo>
                  <a:cubicBezTo>
                    <a:pt x="3436" y="767"/>
                    <a:pt x="2669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46"/>
            <p:cNvSpPr/>
            <p:nvPr/>
          </p:nvSpPr>
          <p:spPr>
            <a:xfrm>
              <a:off x="5404875" y="3101000"/>
              <a:ext cx="85900" cy="85925"/>
            </a:xfrm>
            <a:custGeom>
              <a:rect b="b" l="l" r="r" t="t"/>
              <a:pathLst>
                <a:path extrusionOk="0" h="3437" w="3436">
                  <a:moveTo>
                    <a:pt x="1735" y="0"/>
                  </a:moveTo>
                  <a:cubicBezTo>
                    <a:pt x="767" y="0"/>
                    <a:pt x="0" y="768"/>
                    <a:pt x="0" y="1702"/>
                  </a:cubicBezTo>
                  <a:cubicBezTo>
                    <a:pt x="0" y="2669"/>
                    <a:pt x="767" y="3436"/>
                    <a:pt x="1701" y="3436"/>
                  </a:cubicBezTo>
                  <a:cubicBezTo>
                    <a:pt x="2669" y="3436"/>
                    <a:pt x="3436" y="2669"/>
                    <a:pt x="3436" y="1702"/>
                  </a:cubicBezTo>
                  <a:cubicBezTo>
                    <a:pt x="3436" y="768"/>
                    <a:pt x="2669" y="0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46"/>
            <p:cNvSpPr/>
            <p:nvPr/>
          </p:nvSpPr>
          <p:spPr>
            <a:xfrm>
              <a:off x="5404875" y="2965900"/>
              <a:ext cx="85900" cy="85925"/>
            </a:xfrm>
            <a:custGeom>
              <a:rect b="b" l="l" r="r" t="t"/>
              <a:pathLst>
                <a:path extrusionOk="0" h="3437" w="3436">
                  <a:moveTo>
                    <a:pt x="1735" y="0"/>
                  </a:moveTo>
                  <a:cubicBezTo>
                    <a:pt x="767" y="0"/>
                    <a:pt x="0" y="768"/>
                    <a:pt x="0" y="1702"/>
                  </a:cubicBezTo>
                  <a:cubicBezTo>
                    <a:pt x="0" y="2669"/>
                    <a:pt x="767" y="3436"/>
                    <a:pt x="1735" y="3436"/>
                  </a:cubicBezTo>
                  <a:cubicBezTo>
                    <a:pt x="2669" y="3436"/>
                    <a:pt x="3436" y="2669"/>
                    <a:pt x="3436" y="1702"/>
                  </a:cubicBezTo>
                  <a:cubicBezTo>
                    <a:pt x="3436" y="768"/>
                    <a:pt x="2669" y="0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6"/>
            <p:cNvSpPr/>
            <p:nvPr/>
          </p:nvSpPr>
          <p:spPr>
            <a:xfrm>
              <a:off x="5404875" y="2829975"/>
              <a:ext cx="86750" cy="86750"/>
            </a:xfrm>
            <a:custGeom>
              <a:rect b="b" l="l" r="r" t="t"/>
              <a:pathLst>
                <a:path extrusionOk="0" h="3470" w="3470">
                  <a:moveTo>
                    <a:pt x="1735" y="0"/>
                  </a:moveTo>
                  <a:cubicBezTo>
                    <a:pt x="801" y="0"/>
                    <a:pt x="0" y="767"/>
                    <a:pt x="0" y="1735"/>
                  </a:cubicBezTo>
                  <a:cubicBezTo>
                    <a:pt x="0" y="2669"/>
                    <a:pt x="767" y="3469"/>
                    <a:pt x="1735" y="3469"/>
                  </a:cubicBezTo>
                  <a:cubicBezTo>
                    <a:pt x="2669" y="3469"/>
                    <a:pt x="3469" y="2702"/>
                    <a:pt x="3469" y="1735"/>
                  </a:cubicBezTo>
                  <a:cubicBezTo>
                    <a:pt x="3469" y="801"/>
                    <a:pt x="2702" y="34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6"/>
            <p:cNvSpPr/>
            <p:nvPr/>
          </p:nvSpPr>
          <p:spPr>
            <a:xfrm>
              <a:off x="5405700" y="2694875"/>
              <a:ext cx="85925" cy="86750"/>
            </a:xfrm>
            <a:custGeom>
              <a:rect b="b" l="l" r="r" t="t"/>
              <a:pathLst>
                <a:path extrusionOk="0" h="3470" w="3437">
                  <a:moveTo>
                    <a:pt x="1702" y="0"/>
                  </a:moveTo>
                  <a:cubicBezTo>
                    <a:pt x="768" y="0"/>
                    <a:pt x="0" y="768"/>
                    <a:pt x="0" y="1735"/>
                  </a:cubicBezTo>
                  <a:cubicBezTo>
                    <a:pt x="0" y="2669"/>
                    <a:pt x="768" y="3436"/>
                    <a:pt x="1702" y="3469"/>
                  </a:cubicBezTo>
                  <a:cubicBezTo>
                    <a:pt x="2669" y="3469"/>
                    <a:pt x="3436" y="2669"/>
                    <a:pt x="3436" y="1735"/>
                  </a:cubicBezTo>
                  <a:cubicBezTo>
                    <a:pt x="3436" y="768"/>
                    <a:pt x="2669" y="0"/>
                    <a:pt x="1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oogle Shape;1038;p47"/>
          <p:cNvGrpSpPr/>
          <p:nvPr/>
        </p:nvGrpSpPr>
        <p:grpSpPr>
          <a:xfrm>
            <a:off x="1896200" y="539994"/>
            <a:ext cx="5334600" cy="4603606"/>
            <a:chOff x="1896200" y="539994"/>
            <a:chExt cx="5334600" cy="4603606"/>
          </a:xfrm>
        </p:grpSpPr>
        <p:grpSp>
          <p:nvGrpSpPr>
            <p:cNvPr id="1039" name="Google Shape;1039;p47"/>
            <p:cNvGrpSpPr/>
            <p:nvPr/>
          </p:nvGrpSpPr>
          <p:grpSpPr>
            <a:xfrm>
              <a:off x="1896200" y="539994"/>
              <a:ext cx="5334600" cy="4603606"/>
              <a:chOff x="1896200" y="539994"/>
              <a:chExt cx="5334600" cy="4603606"/>
            </a:xfrm>
          </p:grpSpPr>
          <p:sp>
            <p:nvSpPr>
              <p:cNvPr id="1040" name="Google Shape;1040;p47"/>
              <p:cNvSpPr/>
              <p:nvPr/>
            </p:nvSpPr>
            <p:spPr>
              <a:xfrm>
                <a:off x="1896200" y="1069900"/>
                <a:ext cx="5334600" cy="4073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47"/>
              <p:cNvSpPr/>
              <p:nvPr/>
            </p:nvSpPr>
            <p:spPr>
              <a:xfrm>
                <a:off x="2269146" y="1332025"/>
                <a:ext cx="4613100" cy="38115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47"/>
              <p:cNvSpPr/>
              <p:nvPr/>
            </p:nvSpPr>
            <p:spPr>
              <a:xfrm>
                <a:off x="3685012" y="539994"/>
                <a:ext cx="1778237" cy="987003"/>
              </a:xfrm>
              <a:custGeom>
                <a:rect b="b" l="l" r="r" t="t"/>
                <a:pathLst>
                  <a:path extrusionOk="0" h="6655" w="11990">
                    <a:moveTo>
                      <a:pt x="2114" y="1"/>
                    </a:moveTo>
                    <a:lnTo>
                      <a:pt x="2114" y="2470"/>
                    </a:lnTo>
                    <a:lnTo>
                      <a:pt x="0" y="2470"/>
                    </a:lnTo>
                    <a:lnTo>
                      <a:pt x="0" y="6654"/>
                    </a:lnTo>
                    <a:lnTo>
                      <a:pt x="11990" y="6654"/>
                    </a:lnTo>
                    <a:lnTo>
                      <a:pt x="11990" y="2470"/>
                    </a:lnTo>
                    <a:lnTo>
                      <a:pt x="9897" y="2470"/>
                    </a:lnTo>
                    <a:lnTo>
                      <a:pt x="989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3" name="Google Shape;1043;p47"/>
            <p:cNvSpPr/>
            <p:nvPr/>
          </p:nvSpPr>
          <p:spPr>
            <a:xfrm>
              <a:off x="3686900" y="905600"/>
              <a:ext cx="1777500" cy="16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4" name="Google Shape;1044;p47"/>
          <p:cNvSpPr txBox="1"/>
          <p:nvPr>
            <p:ph type="title"/>
          </p:nvPr>
        </p:nvSpPr>
        <p:spPr>
          <a:xfrm>
            <a:off x="2558575" y="2178575"/>
            <a:ext cx="40311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6900">
                <a:solidFill>
                  <a:schemeClr val="dk1"/>
                </a:solidFill>
              </a:rPr>
              <a:t>¡OBRIGADO!</a:t>
            </a:r>
            <a:endParaRPr sz="6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partamento de Enfermería by Slidesgo">
  <a:themeElements>
    <a:clrScheme name="Simple Light">
      <a:dk1>
        <a:srgbClr val="709895"/>
      </a:dk1>
      <a:lt1>
        <a:srgbClr val="FFFFFF"/>
      </a:lt1>
      <a:dk2>
        <a:srgbClr val="FFFFFF"/>
      </a:dk2>
      <a:lt2>
        <a:srgbClr val="FFFFFF"/>
      </a:lt2>
      <a:accent1>
        <a:srgbClr val="68DBC2"/>
      </a:accent1>
      <a:accent2>
        <a:srgbClr val="1CA893"/>
      </a:accent2>
      <a:accent3>
        <a:srgbClr val="D9D9D9"/>
      </a:accent3>
      <a:accent4>
        <a:srgbClr val="FFFFFF"/>
      </a:accent4>
      <a:accent5>
        <a:srgbClr val="FFFFFF"/>
      </a:accent5>
      <a:accent6>
        <a:srgbClr val="FFFFFF"/>
      </a:accent6>
      <a:hlink>
        <a:srgbClr val="68DBC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